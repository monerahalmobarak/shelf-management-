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Abhaya Libre SemiBold"/>
      <p:regular r:id="rId22"/>
      <p:bold r:id="rId23"/>
    </p:embeddedFont>
    <p:embeddedFont>
      <p:font typeface="Montserrat"/>
      <p:regular r:id="rId24"/>
      <p:bold r:id="rId25"/>
      <p:italic r:id="rId26"/>
      <p:boldItalic r:id="rId27"/>
    </p:embeddedFont>
    <p:embeddedFont>
      <p:font typeface="Bebas Neue"/>
      <p:regular r:id="rId28"/>
    </p:embeddedFont>
    <p:embeddedFont>
      <p:font typeface="Lexend Exa SemiBold"/>
      <p:regular r:id="rId29"/>
      <p:bold r:id="rId30"/>
    </p:embeddedFont>
    <p:embeddedFont>
      <p:font typeface="Poppins SemiBold"/>
      <p:regular r:id="rId31"/>
      <p:bold r:id="rId32"/>
      <p:italic r:id="rId33"/>
      <p:boldItalic r:id="rId34"/>
    </p:embeddedFont>
    <p:embeddedFont>
      <p:font typeface="Abhaya Libre"/>
      <p:regular r:id="rId35"/>
      <p:bold r:id="rId36"/>
    </p:embeddedFont>
    <p:embeddedFont>
      <p:font typeface="Abhaya Libre Medium"/>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9" roundtripDataSignature="AMtx7miuJfqiQpcmzR1GZlZ7BUQONulV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AbhayaLibreSemiBold-regular.fntdata"/><Relationship Id="rId21" Type="http://schemas.openxmlformats.org/officeDocument/2006/relationships/slide" Target="slides/slide17.xml"/><Relationship Id="rId24" Type="http://schemas.openxmlformats.org/officeDocument/2006/relationships/font" Target="fonts/Montserrat-regular.fntdata"/><Relationship Id="rId23" Type="http://schemas.openxmlformats.org/officeDocument/2006/relationships/font" Target="fonts/AbhayaLibreSemiBo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BebasNeue-regular.fntdata"/><Relationship Id="rId27" Type="http://schemas.openxmlformats.org/officeDocument/2006/relationships/font" Target="fonts/Montserrat-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exendExaSemiBold-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oppinsSemiBold-regular.fntdata"/><Relationship Id="rId30" Type="http://schemas.openxmlformats.org/officeDocument/2006/relationships/font" Target="fonts/LexendExaSemiBold-bold.fntdata"/><Relationship Id="rId11" Type="http://schemas.openxmlformats.org/officeDocument/2006/relationships/slide" Target="slides/slide7.xml"/><Relationship Id="rId33" Type="http://schemas.openxmlformats.org/officeDocument/2006/relationships/font" Target="fonts/PoppinsSemiBold-italic.fntdata"/><Relationship Id="rId10" Type="http://schemas.openxmlformats.org/officeDocument/2006/relationships/slide" Target="slides/slide6.xml"/><Relationship Id="rId32" Type="http://schemas.openxmlformats.org/officeDocument/2006/relationships/font" Target="fonts/PoppinsSemiBold-bold.fntdata"/><Relationship Id="rId13" Type="http://schemas.openxmlformats.org/officeDocument/2006/relationships/slide" Target="slides/slide9.xml"/><Relationship Id="rId35" Type="http://schemas.openxmlformats.org/officeDocument/2006/relationships/font" Target="fonts/AbhayaLibre-regular.fntdata"/><Relationship Id="rId12" Type="http://schemas.openxmlformats.org/officeDocument/2006/relationships/slide" Target="slides/slide8.xml"/><Relationship Id="rId34" Type="http://schemas.openxmlformats.org/officeDocument/2006/relationships/font" Target="fonts/PoppinsSemiBold-boldItalic.fntdata"/><Relationship Id="rId15" Type="http://schemas.openxmlformats.org/officeDocument/2006/relationships/slide" Target="slides/slide11.xml"/><Relationship Id="rId37" Type="http://schemas.openxmlformats.org/officeDocument/2006/relationships/font" Target="fonts/AbhayaLibreMedium-regular.fntdata"/><Relationship Id="rId14" Type="http://schemas.openxmlformats.org/officeDocument/2006/relationships/slide" Target="slides/slide10.xml"/><Relationship Id="rId36" Type="http://schemas.openxmlformats.org/officeDocument/2006/relationships/font" Target="fonts/AbhayaLibre-bold.fntdata"/><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font" Target="fonts/AbhayaLibreMedium-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078d5aa49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2078d5aa496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0781d5ce4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20781d5ce42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07934fc90f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207934fc90f_2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07934fc90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207934fc90f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07934fc90f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207934fc90f_3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07934fc90f_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207934fc90f_3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07934fc90f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207934fc90f_3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07934fc90f_3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207934fc90f_3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07934fc90f_3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207934fc90f_3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07934fc90f_3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207934fc90f_3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07934fc90f_3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g207934fc90f_3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59"/>
          <p:cNvSpPr txBox="1"/>
          <p:nvPr>
            <p:ph type="ctrTitle"/>
          </p:nvPr>
        </p:nvSpPr>
        <p:spPr>
          <a:xfrm>
            <a:off x="708825" y="544475"/>
            <a:ext cx="7734000" cy="709500"/>
          </a:xfrm>
          <a:prstGeom prst="rect">
            <a:avLst/>
          </a:prstGeom>
          <a:noFill/>
          <a:ln>
            <a:noFill/>
          </a:ln>
        </p:spPr>
        <p:txBody>
          <a:bodyPr anchorCtr="0" anchor="ctr" bIns="91425" lIns="91425" spcFirstLastPara="1" rIns="91425" wrap="square" tIns="91425">
            <a:noAutofit/>
          </a:bodyPr>
          <a:lstStyle>
            <a:lvl1pPr lvl="0" algn="r">
              <a:lnSpc>
                <a:spcPct val="90000"/>
              </a:lnSpc>
              <a:spcBef>
                <a:spcPts val="0"/>
              </a:spcBef>
              <a:spcAft>
                <a:spcPts val="0"/>
              </a:spcAft>
              <a:buClr>
                <a:schemeClr val="lt1"/>
              </a:buClr>
              <a:buSzPts val="5200"/>
              <a:buFont typeface="Lexend Exa SemiBold"/>
              <a:buNone/>
              <a:defRPr sz="4400"/>
            </a:lvl1pPr>
            <a:lvl2pPr lvl="1"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2pPr>
            <a:lvl3pPr lvl="2"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3pPr>
            <a:lvl4pPr lvl="3"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4pPr>
            <a:lvl5pPr lvl="4"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5pPr>
            <a:lvl6pPr lvl="5"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6pPr>
            <a:lvl7pPr lvl="6"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7pPr>
            <a:lvl8pPr lvl="7"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8pPr>
            <a:lvl9pPr lvl="8"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9pPr>
          </a:lstStyle>
          <a:p/>
        </p:txBody>
      </p:sp>
      <p:sp>
        <p:nvSpPr>
          <p:cNvPr id="10" name="Google Shape;10;p59"/>
          <p:cNvSpPr txBox="1"/>
          <p:nvPr>
            <p:ph idx="1" type="subTitle"/>
          </p:nvPr>
        </p:nvSpPr>
        <p:spPr>
          <a:xfrm>
            <a:off x="1841125" y="2176550"/>
            <a:ext cx="2493900" cy="709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lt1"/>
              </a:buClr>
              <a:buSzPts val="1400"/>
              <a:buNone/>
              <a:defRPr sz="18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11" name="Google Shape;11;p59"/>
          <p:cNvSpPr txBox="1"/>
          <p:nvPr>
            <p:ph idx="2" type="ctrTitle"/>
          </p:nvPr>
        </p:nvSpPr>
        <p:spPr>
          <a:xfrm rot="-5400000">
            <a:off x="-524475" y="2767763"/>
            <a:ext cx="3057300" cy="5907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Clr>
                <a:schemeClr val="lt1"/>
              </a:buClr>
              <a:buSzPts val="5200"/>
              <a:buFont typeface="Lexend Exa SemiBold"/>
              <a:buNone/>
              <a:defRPr sz="2000"/>
            </a:lvl1pPr>
            <a:lvl2pPr lvl="1"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2pPr>
            <a:lvl3pPr lvl="2"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3pPr>
            <a:lvl4pPr lvl="3"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4pPr>
            <a:lvl5pPr lvl="4"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5pPr>
            <a:lvl6pPr lvl="5"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6pPr>
            <a:lvl7pPr lvl="6"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7pPr>
            <a:lvl8pPr lvl="7"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8pPr>
            <a:lvl9pPr lvl="8" algn="ctr">
              <a:lnSpc>
                <a:spcPct val="100000"/>
              </a:lnSpc>
              <a:spcBef>
                <a:spcPts val="0"/>
              </a:spcBef>
              <a:spcAft>
                <a:spcPts val="0"/>
              </a:spcAft>
              <a:buClr>
                <a:schemeClr val="lt1"/>
              </a:buClr>
              <a:buSzPts val="5200"/>
              <a:buFont typeface="Lexend Exa SemiBold"/>
              <a:buNone/>
              <a:defRPr sz="5200">
                <a:solidFill>
                  <a:schemeClr val="lt1"/>
                </a:solidFill>
                <a:latin typeface="Lexend Exa SemiBold"/>
                <a:ea typeface="Lexend Exa SemiBold"/>
                <a:cs typeface="Lexend Exa SemiBold"/>
                <a:sym typeface="Lexend Exa SemiBold"/>
              </a:defRPr>
            </a:lvl9pPr>
          </a:lstStyle>
          <a:p/>
        </p:txBody>
      </p:sp>
      <p:sp>
        <p:nvSpPr>
          <p:cNvPr id="12" name="Google Shape;12;p59"/>
          <p:cNvSpPr/>
          <p:nvPr/>
        </p:nvSpPr>
        <p:spPr>
          <a:xfrm>
            <a:off x="0" y="432030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 name="Google Shape;13;p59"/>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60"/>
          <p:cNvSpPr txBox="1"/>
          <p:nvPr>
            <p:ph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6" name="Google Shape;16;p60"/>
          <p:cNvSpPr txBox="1"/>
          <p:nvPr>
            <p:ph idx="1" type="body"/>
          </p:nvPr>
        </p:nvSpPr>
        <p:spPr>
          <a:xfrm>
            <a:off x="708825" y="1257700"/>
            <a:ext cx="7715100" cy="3472200"/>
          </a:xfrm>
          <a:prstGeom prst="rect">
            <a:avLst/>
          </a:prstGeom>
          <a:noFill/>
          <a:ln>
            <a:noFill/>
          </a:ln>
        </p:spPr>
        <p:txBody>
          <a:bodyPr anchorCtr="0" anchor="ctr" bIns="91425" lIns="91425" spcFirstLastPara="1" rIns="91425" wrap="square" tIns="91425">
            <a:noAutofit/>
          </a:bodyPr>
          <a:lstStyle>
            <a:lvl1pPr indent="-317500" lvl="0" marL="457200" algn="l">
              <a:lnSpc>
                <a:spcPct val="100000"/>
              </a:lnSpc>
              <a:spcBef>
                <a:spcPts val="0"/>
              </a:spcBef>
              <a:spcAft>
                <a:spcPts val="0"/>
              </a:spcAft>
              <a:buSzPts val="1400"/>
              <a:buFont typeface="Livvic"/>
              <a:buChar char="●"/>
              <a:defRPr sz="1300"/>
            </a:lvl1pPr>
            <a:lvl2pPr indent="-317500" lvl="1" marL="914400" algn="l">
              <a:lnSpc>
                <a:spcPct val="115000"/>
              </a:lnSpc>
              <a:spcBef>
                <a:spcPts val="0"/>
              </a:spcBef>
              <a:spcAft>
                <a:spcPts val="0"/>
              </a:spcAft>
              <a:buSzPts val="1400"/>
              <a:buFont typeface="Darker Grotesque SemiBold"/>
              <a:buChar char="○"/>
              <a:defRPr/>
            </a:lvl2pPr>
            <a:lvl3pPr indent="-317500" lvl="2" marL="1371600" algn="l">
              <a:lnSpc>
                <a:spcPct val="115000"/>
              </a:lnSpc>
              <a:spcBef>
                <a:spcPts val="0"/>
              </a:spcBef>
              <a:spcAft>
                <a:spcPts val="0"/>
              </a:spcAft>
              <a:buSzPts val="1400"/>
              <a:buFont typeface="Darker Grotesque SemiBold"/>
              <a:buChar char="■"/>
              <a:defRPr/>
            </a:lvl3pPr>
            <a:lvl4pPr indent="-317500" lvl="3" marL="1828800" algn="l">
              <a:lnSpc>
                <a:spcPct val="115000"/>
              </a:lnSpc>
              <a:spcBef>
                <a:spcPts val="0"/>
              </a:spcBef>
              <a:spcAft>
                <a:spcPts val="0"/>
              </a:spcAft>
              <a:buSzPts val="1400"/>
              <a:buFont typeface="Darker Grotesque SemiBold"/>
              <a:buChar char="●"/>
              <a:defRPr/>
            </a:lvl4pPr>
            <a:lvl5pPr indent="-317500" lvl="4" marL="2286000" algn="l">
              <a:lnSpc>
                <a:spcPct val="115000"/>
              </a:lnSpc>
              <a:spcBef>
                <a:spcPts val="0"/>
              </a:spcBef>
              <a:spcAft>
                <a:spcPts val="0"/>
              </a:spcAft>
              <a:buSzPts val="1400"/>
              <a:buFont typeface="Darker Grotesque SemiBold"/>
              <a:buChar char="○"/>
              <a:defRPr/>
            </a:lvl5pPr>
            <a:lvl6pPr indent="-317500" lvl="5" marL="2743200" algn="l">
              <a:lnSpc>
                <a:spcPct val="115000"/>
              </a:lnSpc>
              <a:spcBef>
                <a:spcPts val="0"/>
              </a:spcBef>
              <a:spcAft>
                <a:spcPts val="0"/>
              </a:spcAft>
              <a:buSzPts val="1400"/>
              <a:buFont typeface="Darker Grotesque SemiBold"/>
              <a:buChar char="■"/>
              <a:defRPr/>
            </a:lvl6pPr>
            <a:lvl7pPr indent="-317500" lvl="6" marL="3200400" algn="l">
              <a:lnSpc>
                <a:spcPct val="115000"/>
              </a:lnSpc>
              <a:spcBef>
                <a:spcPts val="0"/>
              </a:spcBef>
              <a:spcAft>
                <a:spcPts val="0"/>
              </a:spcAft>
              <a:buSzPts val="1400"/>
              <a:buFont typeface="Darker Grotesque SemiBold"/>
              <a:buChar char="●"/>
              <a:defRPr/>
            </a:lvl7pPr>
            <a:lvl8pPr indent="-317500" lvl="7" marL="3657600" algn="l">
              <a:lnSpc>
                <a:spcPct val="115000"/>
              </a:lnSpc>
              <a:spcBef>
                <a:spcPts val="0"/>
              </a:spcBef>
              <a:spcAft>
                <a:spcPts val="0"/>
              </a:spcAft>
              <a:buSzPts val="1400"/>
              <a:buFont typeface="Darker Grotesque SemiBold"/>
              <a:buChar char="○"/>
              <a:defRPr/>
            </a:lvl8pPr>
            <a:lvl9pPr indent="-317500" lvl="8" marL="4114800" algn="l">
              <a:lnSpc>
                <a:spcPct val="115000"/>
              </a:lnSpc>
              <a:spcBef>
                <a:spcPts val="0"/>
              </a:spcBef>
              <a:spcAft>
                <a:spcPts val="0"/>
              </a:spcAft>
              <a:buSzPts val="1400"/>
              <a:buFont typeface="Darker Grotesque SemiBold"/>
              <a:buChar char="■"/>
              <a:defRPr/>
            </a:lvl9pPr>
          </a:lstStyle>
          <a:p/>
        </p:txBody>
      </p:sp>
      <p:sp>
        <p:nvSpPr>
          <p:cNvPr id="17" name="Google Shape;17;p60"/>
          <p:cNvSpPr/>
          <p:nvPr/>
        </p:nvSpPr>
        <p:spPr>
          <a:xfrm rot="-5400000">
            <a:off x="6160650" y="2160150"/>
            <a:ext cx="51435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 name="Google Shape;18;p60"/>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9" name="Shape 19"/>
        <p:cNvGrpSpPr/>
        <p:nvPr/>
      </p:nvGrpSpPr>
      <p:grpSpPr>
        <a:xfrm>
          <a:off x="0" y="0"/>
          <a:ext cx="0" cy="0"/>
          <a:chOff x="0" y="0"/>
          <a:chExt cx="0" cy="0"/>
        </a:xfrm>
      </p:grpSpPr>
      <p:sp>
        <p:nvSpPr>
          <p:cNvPr id="20" name="Google Shape;20;p61"/>
          <p:cNvSpPr txBox="1"/>
          <p:nvPr>
            <p:ph type="title"/>
          </p:nvPr>
        </p:nvSpPr>
        <p:spPr>
          <a:xfrm>
            <a:off x="1350875" y="1733104"/>
            <a:ext cx="20226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1" name="Google Shape;21;p61"/>
          <p:cNvSpPr txBox="1"/>
          <p:nvPr>
            <p:ph idx="2" type="title"/>
          </p:nvPr>
        </p:nvSpPr>
        <p:spPr>
          <a:xfrm>
            <a:off x="821475" y="1760950"/>
            <a:ext cx="503100" cy="4848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9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 name="Google Shape;22;p61"/>
          <p:cNvSpPr txBox="1"/>
          <p:nvPr>
            <p:ph idx="1" type="subTitle"/>
          </p:nvPr>
        </p:nvSpPr>
        <p:spPr>
          <a:xfrm>
            <a:off x="719994" y="2239469"/>
            <a:ext cx="23667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1"/>
          <p:cNvSpPr txBox="1"/>
          <p:nvPr>
            <p:ph idx="3" type="title"/>
          </p:nvPr>
        </p:nvSpPr>
        <p:spPr>
          <a:xfrm>
            <a:off x="4026472" y="1733104"/>
            <a:ext cx="20226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4" name="Google Shape;24;p61"/>
          <p:cNvSpPr txBox="1"/>
          <p:nvPr>
            <p:ph idx="4" type="subTitle"/>
          </p:nvPr>
        </p:nvSpPr>
        <p:spPr>
          <a:xfrm>
            <a:off x="3403801" y="2239469"/>
            <a:ext cx="23667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1"/>
          <p:cNvSpPr txBox="1"/>
          <p:nvPr>
            <p:ph idx="5" type="title"/>
          </p:nvPr>
        </p:nvSpPr>
        <p:spPr>
          <a:xfrm>
            <a:off x="6718635" y="1733104"/>
            <a:ext cx="20226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6" name="Google Shape;26;p61"/>
          <p:cNvSpPr txBox="1"/>
          <p:nvPr>
            <p:ph idx="6" type="subTitle"/>
          </p:nvPr>
        </p:nvSpPr>
        <p:spPr>
          <a:xfrm>
            <a:off x="6087600" y="2239469"/>
            <a:ext cx="23667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61"/>
          <p:cNvSpPr txBox="1"/>
          <p:nvPr>
            <p:ph idx="7" type="title"/>
          </p:nvPr>
        </p:nvSpPr>
        <p:spPr>
          <a:xfrm>
            <a:off x="1350900" y="3522504"/>
            <a:ext cx="20226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8" name="Google Shape;28;p61"/>
          <p:cNvSpPr txBox="1"/>
          <p:nvPr>
            <p:ph idx="8" type="subTitle"/>
          </p:nvPr>
        </p:nvSpPr>
        <p:spPr>
          <a:xfrm>
            <a:off x="719994" y="4028869"/>
            <a:ext cx="23667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1"/>
          <p:cNvSpPr txBox="1"/>
          <p:nvPr>
            <p:ph idx="9" type="title"/>
          </p:nvPr>
        </p:nvSpPr>
        <p:spPr>
          <a:xfrm>
            <a:off x="4026472" y="3522504"/>
            <a:ext cx="20226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61"/>
          <p:cNvSpPr txBox="1"/>
          <p:nvPr>
            <p:ph idx="13" type="subTitle"/>
          </p:nvPr>
        </p:nvSpPr>
        <p:spPr>
          <a:xfrm>
            <a:off x="3403801" y="4028869"/>
            <a:ext cx="23667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1"/>
          <p:cNvSpPr txBox="1"/>
          <p:nvPr>
            <p:ph idx="14" type="title"/>
          </p:nvPr>
        </p:nvSpPr>
        <p:spPr>
          <a:xfrm>
            <a:off x="6718525" y="3522504"/>
            <a:ext cx="20226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0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61"/>
          <p:cNvSpPr txBox="1"/>
          <p:nvPr>
            <p:ph idx="15" type="subTitle"/>
          </p:nvPr>
        </p:nvSpPr>
        <p:spPr>
          <a:xfrm>
            <a:off x="6087600" y="4028869"/>
            <a:ext cx="23667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1"/>
          <p:cNvSpPr txBox="1"/>
          <p:nvPr>
            <p:ph idx="16"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4" name="Google Shape;34;p61"/>
          <p:cNvSpPr txBox="1"/>
          <p:nvPr>
            <p:ph idx="17" type="title"/>
          </p:nvPr>
        </p:nvSpPr>
        <p:spPr>
          <a:xfrm>
            <a:off x="3494128" y="1760950"/>
            <a:ext cx="503100" cy="4848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9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 name="Google Shape;35;p61"/>
          <p:cNvSpPr txBox="1"/>
          <p:nvPr>
            <p:ph idx="18" type="title"/>
          </p:nvPr>
        </p:nvSpPr>
        <p:spPr>
          <a:xfrm>
            <a:off x="6187000" y="1760950"/>
            <a:ext cx="503100" cy="4848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9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6" name="Google Shape;36;p61"/>
          <p:cNvSpPr txBox="1"/>
          <p:nvPr>
            <p:ph idx="19" type="title"/>
          </p:nvPr>
        </p:nvSpPr>
        <p:spPr>
          <a:xfrm>
            <a:off x="821475" y="3546425"/>
            <a:ext cx="503100" cy="4848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9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 name="Google Shape;37;p61"/>
          <p:cNvSpPr txBox="1"/>
          <p:nvPr>
            <p:ph idx="20" type="title"/>
          </p:nvPr>
        </p:nvSpPr>
        <p:spPr>
          <a:xfrm>
            <a:off x="3494128" y="3546425"/>
            <a:ext cx="503100" cy="4848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9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8" name="Google Shape;38;p61"/>
          <p:cNvSpPr txBox="1"/>
          <p:nvPr>
            <p:ph idx="21" type="title"/>
          </p:nvPr>
        </p:nvSpPr>
        <p:spPr>
          <a:xfrm>
            <a:off x="6187000" y="3546425"/>
            <a:ext cx="503100" cy="4848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9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cxnSp>
        <p:nvCxnSpPr>
          <p:cNvPr id="39" name="Google Shape;39;p61"/>
          <p:cNvCxnSpPr/>
          <p:nvPr/>
        </p:nvCxnSpPr>
        <p:spPr>
          <a:xfrm>
            <a:off x="5952275" y="4780025"/>
            <a:ext cx="3191700" cy="0"/>
          </a:xfrm>
          <a:prstGeom prst="straightConnector1">
            <a:avLst/>
          </a:prstGeom>
          <a:noFill/>
          <a:ln cap="flat" cmpd="sng" w="9525">
            <a:solidFill>
              <a:schemeClr val="dk2"/>
            </a:solidFill>
            <a:prstDash val="solid"/>
            <a:round/>
            <a:headEnd len="sm" w="sm" type="none"/>
            <a:tailEnd len="sm" w="sm" type="none"/>
          </a:ln>
        </p:spPr>
      </p:cxnSp>
      <p:pic>
        <p:nvPicPr>
          <p:cNvPr id="40" name="Google Shape;40;p61"/>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
        <p:nvSpPr>
          <p:cNvPr id="41" name="Google Shape;41;p61"/>
          <p:cNvSpPr/>
          <p:nvPr/>
        </p:nvSpPr>
        <p:spPr>
          <a:xfrm>
            <a:off x="0" y="0"/>
            <a:ext cx="1572000" cy="527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62"/>
          <p:cNvSpPr/>
          <p:nvPr/>
        </p:nvSpPr>
        <p:spPr>
          <a:xfrm rot="-5400000">
            <a:off x="5780575" y="1780200"/>
            <a:ext cx="5143500" cy="15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2"/>
          <p:cNvSpPr txBox="1"/>
          <p:nvPr>
            <p:ph type="title"/>
          </p:nvPr>
        </p:nvSpPr>
        <p:spPr>
          <a:xfrm rot="5400000">
            <a:off x="5896575" y="1961700"/>
            <a:ext cx="3857100" cy="12201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SzPts val="3600"/>
              <a:buNone/>
              <a:defRPr sz="3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5" name="Google Shape;45;p62"/>
          <p:cNvSpPr txBox="1"/>
          <p:nvPr>
            <p:ph idx="1" type="subTitle"/>
          </p:nvPr>
        </p:nvSpPr>
        <p:spPr>
          <a:xfrm>
            <a:off x="1509750" y="3160100"/>
            <a:ext cx="3795000" cy="1440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pic>
        <p:nvPicPr>
          <p:cNvPr id="46" name="Google Shape;46;p62"/>
          <p:cNvPicPr preferRelativeResize="0"/>
          <p:nvPr/>
        </p:nvPicPr>
        <p:blipFill rotWithShape="1">
          <a:blip r:embed="rId2">
            <a:alphaModFix/>
          </a:blip>
          <a:srcRect b="0" l="0" r="0" t="0"/>
          <a:stretch/>
        </p:blipFill>
        <p:spPr>
          <a:xfrm>
            <a:off x="0" y="4083410"/>
            <a:ext cx="415200" cy="1060085"/>
          </a:xfrm>
          <a:prstGeom prst="rect">
            <a:avLst/>
          </a:prstGeom>
          <a:noFill/>
          <a:ln>
            <a:noFill/>
          </a:ln>
        </p:spPr>
      </p:pic>
      <p:cxnSp>
        <p:nvCxnSpPr>
          <p:cNvPr id="47" name="Google Shape;47;p62"/>
          <p:cNvCxnSpPr/>
          <p:nvPr/>
        </p:nvCxnSpPr>
        <p:spPr>
          <a:xfrm rot="10800000">
            <a:off x="1326775" y="2998800"/>
            <a:ext cx="0" cy="21447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63"/>
          <p:cNvSpPr txBox="1"/>
          <p:nvPr>
            <p:ph type="title"/>
          </p:nvPr>
        </p:nvSpPr>
        <p:spPr>
          <a:xfrm>
            <a:off x="5435175" y="750021"/>
            <a:ext cx="3000000" cy="10602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3200"/>
              <a:buNone/>
              <a:defRPr sz="3500"/>
            </a:lvl1pPr>
            <a:lvl2pPr lvl="1" algn="l">
              <a:lnSpc>
                <a:spcPct val="100000"/>
              </a:lnSpc>
              <a:spcBef>
                <a:spcPts val="0"/>
              </a:spcBef>
              <a:spcAft>
                <a:spcPts val="0"/>
              </a:spcAft>
              <a:buClr>
                <a:schemeClr val="lt1"/>
              </a:buClr>
              <a:buSzPts val="3200"/>
              <a:buNone/>
              <a:defRPr>
                <a:solidFill>
                  <a:schemeClr val="lt1"/>
                </a:solidFill>
              </a:defRPr>
            </a:lvl2pPr>
            <a:lvl3pPr lvl="2" algn="l">
              <a:lnSpc>
                <a:spcPct val="100000"/>
              </a:lnSpc>
              <a:spcBef>
                <a:spcPts val="0"/>
              </a:spcBef>
              <a:spcAft>
                <a:spcPts val="0"/>
              </a:spcAft>
              <a:buClr>
                <a:schemeClr val="lt1"/>
              </a:buClr>
              <a:buSzPts val="3200"/>
              <a:buNone/>
              <a:defRPr>
                <a:solidFill>
                  <a:schemeClr val="lt1"/>
                </a:solidFill>
              </a:defRPr>
            </a:lvl3pPr>
            <a:lvl4pPr lvl="3" algn="l">
              <a:lnSpc>
                <a:spcPct val="100000"/>
              </a:lnSpc>
              <a:spcBef>
                <a:spcPts val="0"/>
              </a:spcBef>
              <a:spcAft>
                <a:spcPts val="0"/>
              </a:spcAft>
              <a:buClr>
                <a:schemeClr val="lt1"/>
              </a:buClr>
              <a:buSzPts val="3200"/>
              <a:buNone/>
              <a:defRPr>
                <a:solidFill>
                  <a:schemeClr val="lt1"/>
                </a:solidFill>
              </a:defRPr>
            </a:lvl4pPr>
            <a:lvl5pPr lvl="4" algn="l">
              <a:lnSpc>
                <a:spcPct val="100000"/>
              </a:lnSpc>
              <a:spcBef>
                <a:spcPts val="0"/>
              </a:spcBef>
              <a:spcAft>
                <a:spcPts val="0"/>
              </a:spcAft>
              <a:buClr>
                <a:schemeClr val="lt1"/>
              </a:buClr>
              <a:buSzPts val="3200"/>
              <a:buNone/>
              <a:defRPr>
                <a:solidFill>
                  <a:schemeClr val="lt1"/>
                </a:solidFill>
              </a:defRPr>
            </a:lvl5pPr>
            <a:lvl6pPr lvl="5" algn="l">
              <a:lnSpc>
                <a:spcPct val="100000"/>
              </a:lnSpc>
              <a:spcBef>
                <a:spcPts val="0"/>
              </a:spcBef>
              <a:spcAft>
                <a:spcPts val="0"/>
              </a:spcAft>
              <a:buClr>
                <a:schemeClr val="lt1"/>
              </a:buClr>
              <a:buSzPts val="3200"/>
              <a:buNone/>
              <a:defRPr>
                <a:solidFill>
                  <a:schemeClr val="lt1"/>
                </a:solidFill>
              </a:defRPr>
            </a:lvl6pPr>
            <a:lvl7pPr lvl="6" algn="l">
              <a:lnSpc>
                <a:spcPct val="100000"/>
              </a:lnSpc>
              <a:spcBef>
                <a:spcPts val="0"/>
              </a:spcBef>
              <a:spcAft>
                <a:spcPts val="0"/>
              </a:spcAft>
              <a:buClr>
                <a:schemeClr val="lt1"/>
              </a:buClr>
              <a:buSzPts val="3200"/>
              <a:buNone/>
              <a:defRPr>
                <a:solidFill>
                  <a:schemeClr val="lt1"/>
                </a:solidFill>
              </a:defRPr>
            </a:lvl7pPr>
            <a:lvl8pPr lvl="7" algn="l">
              <a:lnSpc>
                <a:spcPct val="100000"/>
              </a:lnSpc>
              <a:spcBef>
                <a:spcPts val="0"/>
              </a:spcBef>
              <a:spcAft>
                <a:spcPts val="0"/>
              </a:spcAft>
              <a:buClr>
                <a:schemeClr val="lt1"/>
              </a:buClr>
              <a:buSzPts val="3200"/>
              <a:buNone/>
              <a:defRPr>
                <a:solidFill>
                  <a:schemeClr val="lt1"/>
                </a:solidFill>
              </a:defRPr>
            </a:lvl8pPr>
            <a:lvl9pPr lvl="8" algn="l">
              <a:lnSpc>
                <a:spcPct val="100000"/>
              </a:lnSpc>
              <a:spcBef>
                <a:spcPts val="0"/>
              </a:spcBef>
              <a:spcAft>
                <a:spcPts val="0"/>
              </a:spcAft>
              <a:buClr>
                <a:schemeClr val="lt1"/>
              </a:buClr>
              <a:buSzPts val="3200"/>
              <a:buNone/>
              <a:defRPr>
                <a:solidFill>
                  <a:schemeClr val="lt1"/>
                </a:solidFill>
              </a:defRPr>
            </a:lvl9pPr>
          </a:lstStyle>
          <a:p/>
        </p:txBody>
      </p:sp>
      <p:sp>
        <p:nvSpPr>
          <p:cNvPr id="50" name="Google Shape;50;p63"/>
          <p:cNvSpPr txBox="1"/>
          <p:nvPr>
            <p:ph idx="1" type="body"/>
          </p:nvPr>
        </p:nvSpPr>
        <p:spPr>
          <a:xfrm>
            <a:off x="708825" y="689675"/>
            <a:ext cx="4086900" cy="2069400"/>
          </a:xfrm>
          <a:prstGeom prst="rect">
            <a:avLst/>
          </a:prstGeom>
          <a:noFill/>
          <a:ln>
            <a:noFill/>
          </a:ln>
        </p:spPr>
        <p:txBody>
          <a:bodyPr anchorCtr="0" anchor="ctr"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1" name="Google Shape;51;p63"/>
          <p:cNvSpPr/>
          <p:nvPr/>
        </p:nvSpPr>
        <p:spPr>
          <a:xfrm>
            <a:off x="0" y="432030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 name="Google Shape;52;p63"/>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64"/>
          <p:cNvSpPr txBox="1"/>
          <p:nvPr>
            <p:ph type="title"/>
          </p:nvPr>
        </p:nvSpPr>
        <p:spPr>
          <a:xfrm>
            <a:off x="4977975" y="1814575"/>
            <a:ext cx="3457200" cy="12864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4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5" name="Google Shape;55;p64"/>
          <p:cNvSpPr txBox="1"/>
          <p:nvPr>
            <p:ph idx="2" type="title"/>
          </p:nvPr>
        </p:nvSpPr>
        <p:spPr>
          <a:xfrm>
            <a:off x="7116625" y="771575"/>
            <a:ext cx="1318500" cy="841800"/>
          </a:xfrm>
          <a:prstGeom prst="rect">
            <a:avLst/>
          </a:prstGeom>
          <a:solidFill>
            <a:schemeClr val="lt1"/>
          </a:solid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6" name="Google Shape;56;p64"/>
          <p:cNvSpPr txBox="1"/>
          <p:nvPr>
            <p:ph idx="1" type="subTitle"/>
          </p:nvPr>
        </p:nvSpPr>
        <p:spPr>
          <a:xfrm>
            <a:off x="5484625" y="3122650"/>
            <a:ext cx="2950500" cy="7134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7" name="Google Shape;57;p64"/>
          <p:cNvSpPr/>
          <p:nvPr/>
        </p:nvSpPr>
        <p:spPr>
          <a:xfrm rot="-5400000">
            <a:off x="-2173800" y="2146500"/>
            <a:ext cx="51708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8" name="Google Shape;58;p64"/>
          <p:cNvCxnSpPr/>
          <p:nvPr/>
        </p:nvCxnSpPr>
        <p:spPr>
          <a:xfrm rot="10800000">
            <a:off x="8783000" y="2998800"/>
            <a:ext cx="0" cy="21447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pic>
        <p:nvPicPr>
          <p:cNvPr id="60" name="Google Shape;60;p65"/>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
        <p:nvSpPr>
          <p:cNvPr id="61" name="Google Shape;61;p65"/>
          <p:cNvSpPr/>
          <p:nvPr/>
        </p:nvSpPr>
        <p:spPr>
          <a:xfrm>
            <a:off x="7572000" y="1350"/>
            <a:ext cx="1572000" cy="527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2" name="Google Shape;62;p65"/>
          <p:cNvCxnSpPr/>
          <p:nvPr/>
        </p:nvCxnSpPr>
        <p:spPr>
          <a:xfrm rot="10800000">
            <a:off x="8783000" y="2998800"/>
            <a:ext cx="0" cy="2144700"/>
          </a:xfrm>
          <a:prstGeom prst="straightConnector1">
            <a:avLst/>
          </a:prstGeom>
          <a:noFill/>
          <a:ln cap="flat" cmpd="sng" w="9525">
            <a:solidFill>
              <a:schemeClr val="dk2"/>
            </a:solidFill>
            <a:prstDash val="solid"/>
            <a:round/>
            <a:headEnd len="sm" w="sm" type="none"/>
            <a:tailEnd len="sm" w="sm" type="none"/>
          </a:ln>
        </p:spPr>
      </p:cxnSp>
      <p:sp>
        <p:nvSpPr>
          <p:cNvPr id="63" name="Google Shape;63;p65"/>
          <p:cNvSpPr txBox="1"/>
          <p:nvPr>
            <p:ph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4" name="Shape 64"/>
        <p:cNvGrpSpPr/>
        <p:nvPr/>
      </p:nvGrpSpPr>
      <p:grpSpPr>
        <a:xfrm>
          <a:off x="0" y="0"/>
          <a:ext cx="0" cy="0"/>
          <a:chOff x="0" y="0"/>
          <a:chExt cx="0" cy="0"/>
        </a:xfrm>
      </p:grpSpPr>
      <p:sp>
        <p:nvSpPr>
          <p:cNvPr id="65" name="Google Shape;65;p66"/>
          <p:cNvSpPr/>
          <p:nvPr/>
        </p:nvSpPr>
        <p:spPr>
          <a:xfrm rot="-5400000">
            <a:off x="4485750" y="1185750"/>
            <a:ext cx="4044000" cy="3871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66"/>
          <p:cNvSpPr txBox="1"/>
          <p:nvPr>
            <p:ph idx="1" type="subTitle"/>
          </p:nvPr>
        </p:nvSpPr>
        <p:spPr>
          <a:xfrm>
            <a:off x="1332852" y="963275"/>
            <a:ext cx="2604000" cy="71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Font typeface="Bebas Neue"/>
              <a:buNone/>
              <a:defRPr sz="3500">
                <a:latin typeface="Poppins SemiBold"/>
                <a:ea typeface="Poppins SemiBold"/>
                <a:cs typeface="Poppins SemiBold"/>
                <a:sym typeface="Poppins SemiBold"/>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67" name="Google Shape;67;p66"/>
          <p:cNvSpPr txBox="1"/>
          <p:nvPr>
            <p:ph idx="2" type="subTitle"/>
          </p:nvPr>
        </p:nvSpPr>
        <p:spPr>
          <a:xfrm>
            <a:off x="5207139" y="2337625"/>
            <a:ext cx="2604000" cy="71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500"/>
              <a:buFont typeface="Bebas Neue"/>
              <a:buNone/>
              <a:defRPr sz="3500">
                <a:latin typeface="Poppins SemiBold"/>
                <a:ea typeface="Poppins SemiBold"/>
                <a:cs typeface="Poppins SemiBold"/>
                <a:sym typeface="Poppins SemiBold"/>
              </a:defRPr>
            </a:lvl1pPr>
            <a:lvl2pPr lvl="1"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9pPr>
          </a:lstStyle>
          <a:p/>
        </p:txBody>
      </p:sp>
      <p:sp>
        <p:nvSpPr>
          <p:cNvPr id="68" name="Google Shape;68;p66"/>
          <p:cNvSpPr txBox="1"/>
          <p:nvPr>
            <p:ph idx="3" type="subTitle"/>
          </p:nvPr>
        </p:nvSpPr>
        <p:spPr>
          <a:xfrm>
            <a:off x="1332852" y="1607925"/>
            <a:ext cx="2604000" cy="923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 name="Google Shape;69;p66"/>
          <p:cNvSpPr txBox="1"/>
          <p:nvPr>
            <p:ph idx="4" type="subTitle"/>
          </p:nvPr>
        </p:nvSpPr>
        <p:spPr>
          <a:xfrm>
            <a:off x="5207139" y="2982275"/>
            <a:ext cx="2604000" cy="923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400"/>
              <a:buNone/>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cxnSp>
        <p:nvCxnSpPr>
          <p:cNvPr id="70" name="Google Shape;70;p66"/>
          <p:cNvCxnSpPr/>
          <p:nvPr/>
        </p:nvCxnSpPr>
        <p:spPr>
          <a:xfrm>
            <a:off x="0" y="3051025"/>
            <a:ext cx="2253600" cy="0"/>
          </a:xfrm>
          <a:prstGeom prst="straightConnector1">
            <a:avLst/>
          </a:prstGeom>
          <a:noFill/>
          <a:ln cap="flat" cmpd="sng" w="9525">
            <a:solidFill>
              <a:schemeClr val="dk2"/>
            </a:solidFill>
            <a:prstDash val="solid"/>
            <a:round/>
            <a:headEnd len="sm" w="sm" type="none"/>
            <a:tailEnd len="sm" w="sm" type="none"/>
          </a:ln>
        </p:spPr>
      </p:cxnSp>
      <p:pic>
        <p:nvPicPr>
          <p:cNvPr id="71" name="Google Shape;71;p66"/>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72" name="Shape 72"/>
        <p:cNvGrpSpPr/>
        <p:nvPr/>
      </p:nvGrpSpPr>
      <p:grpSpPr>
        <a:xfrm>
          <a:off x="0" y="0"/>
          <a:ext cx="0" cy="0"/>
          <a:chOff x="0" y="0"/>
          <a:chExt cx="0" cy="0"/>
        </a:xfrm>
      </p:grpSpPr>
      <p:sp>
        <p:nvSpPr>
          <p:cNvPr id="73" name="Google Shape;73;p67"/>
          <p:cNvSpPr txBox="1"/>
          <p:nvPr>
            <p:ph type="title"/>
          </p:nvPr>
        </p:nvSpPr>
        <p:spPr>
          <a:xfrm>
            <a:off x="720000" y="2612907"/>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74" name="Google Shape;74;p67"/>
          <p:cNvSpPr txBox="1"/>
          <p:nvPr>
            <p:ph idx="1" type="subTitle"/>
          </p:nvPr>
        </p:nvSpPr>
        <p:spPr>
          <a:xfrm>
            <a:off x="720000" y="3115036"/>
            <a:ext cx="2336400" cy="856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 name="Google Shape;75;p67"/>
          <p:cNvSpPr txBox="1"/>
          <p:nvPr>
            <p:ph idx="2" type="title"/>
          </p:nvPr>
        </p:nvSpPr>
        <p:spPr>
          <a:xfrm>
            <a:off x="3403800" y="2612907"/>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76" name="Google Shape;76;p67"/>
          <p:cNvSpPr txBox="1"/>
          <p:nvPr>
            <p:ph idx="3" type="subTitle"/>
          </p:nvPr>
        </p:nvSpPr>
        <p:spPr>
          <a:xfrm>
            <a:off x="3403800" y="3115036"/>
            <a:ext cx="2336400" cy="856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 name="Google Shape;77;p67"/>
          <p:cNvSpPr txBox="1"/>
          <p:nvPr>
            <p:ph idx="4" type="title"/>
          </p:nvPr>
        </p:nvSpPr>
        <p:spPr>
          <a:xfrm>
            <a:off x="6087600" y="2612907"/>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78" name="Google Shape;78;p67"/>
          <p:cNvSpPr txBox="1"/>
          <p:nvPr>
            <p:ph idx="5" type="subTitle"/>
          </p:nvPr>
        </p:nvSpPr>
        <p:spPr>
          <a:xfrm>
            <a:off x="6087600" y="3115036"/>
            <a:ext cx="2336400" cy="856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9" name="Google Shape;79;p67"/>
          <p:cNvSpPr/>
          <p:nvPr/>
        </p:nvSpPr>
        <p:spPr>
          <a:xfrm>
            <a:off x="0" y="432030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0" name="Google Shape;80;p67"/>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
        <p:nvSpPr>
          <p:cNvPr id="81" name="Google Shape;81;p67"/>
          <p:cNvSpPr txBox="1"/>
          <p:nvPr>
            <p:ph idx="6"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2" name="Shape 82"/>
        <p:cNvGrpSpPr/>
        <p:nvPr/>
      </p:nvGrpSpPr>
      <p:grpSpPr>
        <a:xfrm>
          <a:off x="0" y="0"/>
          <a:ext cx="0" cy="0"/>
          <a:chOff x="0" y="0"/>
          <a:chExt cx="0" cy="0"/>
        </a:xfrm>
      </p:grpSpPr>
      <p:sp>
        <p:nvSpPr>
          <p:cNvPr id="83" name="Google Shape;83;p68"/>
          <p:cNvSpPr txBox="1"/>
          <p:nvPr>
            <p:ph idx="1" type="subTitle"/>
          </p:nvPr>
        </p:nvSpPr>
        <p:spPr>
          <a:xfrm>
            <a:off x="2601225" y="1045273"/>
            <a:ext cx="1568700" cy="47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sz="3500">
                <a:latin typeface="Poppins SemiBold"/>
                <a:ea typeface="Poppins SemiBold"/>
                <a:cs typeface="Poppins SemiBold"/>
                <a:sym typeface="Poppins SemiBold"/>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84" name="Google Shape;84;p68"/>
          <p:cNvSpPr txBox="1"/>
          <p:nvPr>
            <p:ph idx="2" type="subTitle"/>
          </p:nvPr>
        </p:nvSpPr>
        <p:spPr>
          <a:xfrm>
            <a:off x="5994556" y="2745141"/>
            <a:ext cx="1636200" cy="47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Font typeface="Bebas Neue"/>
              <a:buNone/>
              <a:defRPr sz="3500">
                <a:latin typeface="Poppins SemiBold"/>
                <a:ea typeface="Poppins SemiBold"/>
                <a:cs typeface="Poppins SemiBold"/>
                <a:sym typeface="Poppins SemiBold"/>
              </a:defRPr>
            </a:lvl1pPr>
            <a:lvl2pPr lvl="1"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9pPr>
          </a:lstStyle>
          <a:p/>
        </p:txBody>
      </p:sp>
      <p:sp>
        <p:nvSpPr>
          <p:cNvPr id="85" name="Google Shape;85;p68"/>
          <p:cNvSpPr txBox="1"/>
          <p:nvPr>
            <p:ph idx="3" type="subTitle"/>
          </p:nvPr>
        </p:nvSpPr>
        <p:spPr>
          <a:xfrm>
            <a:off x="2044200" y="1481876"/>
            <a:ext cx="2682600" cy="111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6" name="Google Shape;86;p68"/>
          <p:cNvSpPr txBox="1"/>
          <p:nvPr>
            <p:ph idx="4" type="subTitle"/>
          </p:nvPr>
        </p:nvSpPr>
        <p:spPr>
          <a:xfrm>
            <a:off x="5471350" y="3181744"/>
            <a:ext cx="2682600" cy="111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sp>
        <p:nvSpPr>
          <p:cNvPr id="87" name="Google Shape;87;p68"/>
          <p:cNvSpPr/>
          <p:nvPr/>
        </p:nvSpPr>
        <p:spPr>
          <a:xfrm rot="-5400000">
            <a:off x="-1780200" y="1780200"/>
            <a:ext cx="5143500" cy="15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8" name="Google Shape;88;p68"/>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9" name="Shape 89"/>
        <p:cNvGrpSpPr/>
        <p:nvPr/>
      </p:nvGrpSpPr>
      <p:grpSpPr>
        <a:xfrm>
          <a:off x="0" y="0"/>
          <a:ext cx="0" cy="0"/>
          <a:chOff x="0" y="0"/>
          <a:chExt cx="0" cy="0"/>
        </a:xfrm>
      </p:grpSpPr>
      <p:sp>
        <p:nvSpPr>
          <p:cNvPr id="90" name="Google Shape;90;p69"/>
          <p:cNvSpPr txBox="1"/>
          <p:nvPr>
            <p:ph type="title"/>
          </p:nvPr>
        </p:nvSpPr>
        <p:spPr>
          <a:xfrm>
            <a:off x="708825" y="2363750"/>
            <a:ext cx="4162800" cy="531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25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91" name="Google Shape;91;p69"/>
          <p:cNvSpPr txBox="1"/>
          <p:nvPr>
            <p:ph idx="1" type="subTitle"/>
          </p:nvPr>
        </p:nvSpPr>
        <p:spPr>
          <a:xfrm>
            <a:off x="708825" y="542975"/>
            <a:ext cx="4162800" cy="1740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92" name="Google Shape;92;p69"/>
          <p:cNvSpPr/>
          <p:nvPr/>
        </p:nvSpPr>
        <p:spPr>
          <a:xfrm rot="-5400000">
            <a:off x="5780700" y="1780200"/>
            <a:ext cx="5143500" cy="15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3" name="Google Shape;93;p69"/>
          <p:cNvPicPr preferRelativeResize="0"/>
          <p:nvPr/>
        </p:nvPicPr>
        <p:blipFill rotWithShape="1">
          <a:blip r:embed="rId2">
            <a:alphaModFix/>
          </a:blip>
          <a:srcRect b="0" l="0" r="0" t="0"/>
          <a:stretch/>
        </p:blipFill>
        <p:spPr>
          <a:xfrm>
            <a:off x="0" y="4083410"/>
            <a:ext cx="415200" cy="1060085"/>
          </a:xfrm>
          <a:prstGeom prst="rect">
            <a:avLst/>
          </a:prstGeom>
          <a:noFill/>
          <a:ln>
            <a:noFill/>
          </a:ln>
        </p:spPr>
      </p:pic>
      <p:cxnSp>
        <p:nvCxnSpPr>
          <p:cNvPr id="94" name="Google Shape;94;p69"/>
          <p:cNvCxnSpPr/>
          <p:nvPr/>
        </p:nvCxnSpPr>
        <p:spPr>
          <a:xfrm>
            <a:off x="0" y="3203425"/>
            <a:ext cx="22536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95" name="Shape 95"/>
        <p:cNvGrpSpPr/>
        <p:nvPr/>
      </p:nvGrpSpPr>
      <p:grpSpPr>
        <a:xfrm>
          <a:off x="0" y="0"/>
          <a:ext cx="0" cy="0"/>
          <a:chOff x="0" y="0"/>
          <a:chExt cx="0" cy="0"/>
        </a:xfrm>
      </p:grpSpPr>
      <p:sp>
        <p:nvSpPr>
          <p:cNvPr id="96" name="Google Shape;96;p70"/>
          <p:cNvSpPr txBox="1"/>
          <p:nvPr>
            <p:ph type="title"/>
          </p:nvPr>
        </p:nvSpPr>
        <p:spPr>
          <a:xfrm>
            <a:off x="2881675" y="3188556"/>
            <a:ext cx="5508900" cy="150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4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7" name="Google Shape;97;p70"/>
          <p:cNvSpPr txBox="1"/>
          <p:nvPr>
            <p:ph idx="2" type="title"/>
          </p:nvPr>
        </p:nvSpPr>
        <p:spPr>
          <a:xfrm>
            <a:off x="2997725" y="2256925"/>
            <a:ext cx="1318500" cy="8418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98" name="Google Shape;98;p70"/>
          <p:cNvSpPr txBox="1"/>
          <p:nvPr>
            <p:ph idx="1" type="subTitle"/>
          </p:nvPr>
        </p:nvSpPr>
        <p:spPr>
          <a:xfrm>
            <a:off x="2881675" y="1391431"/>
            <a:ext cx="2789700" cy="641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99" name="Google Shape;99;p70"/>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
        <p:nvSpPr>
          <p:cNvPr id="100" name="Google Shape;100;p70"/>
          <p:cNvSpPr/>
          <p:nvPr/>
        </p:nvSpPr>
        <p:spPr>
          <a:xfrm>
            <a:off x="0" y="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1" name="Shape 101"/>
        <p:cNvGrpSpPr/>
        <p:nvPr/>
      </p:nvGrpSpPr>
      <p:grpSpPr>
        <a:xfrm>
          <a:off x="0" y="0"/>
          <a:ext cx="0" cy="0"/>
          <a:chOff x="0" y="0"/>
          <a:chExt cx="0" cy="0"/>
        </a:xfrm>
      </p:grpSpPr>
      <p:sp>
        <p:nvSpPr>
          <p:cNvPr id="102" name="Google Shape;102;p71"/>
          <p:cNvSpPr/>
          <p:nvPr/>
        </p:nvSpPr>
        <p:spPr>
          <a:xfrm rot="-5400000">
            <a:off x="6314925" y="2314500"/>
            <a:ext cx="5143500" cy="51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3" name="Google Shape;103;p71"/>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
        <p:nvSpPr>
          <p:cNvPr id="104" name="Google Shape;104;p71"/>
          <p:cNvSpPr txBox="1"/>
          <p:nvPr>
            <p:ph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5" name="Shape 105"/>
        <p:cNvGrpSpPr/>
        <p:nvPr/>
      </p:nvGrpSpPr>
      <p:grpSpPr>
        <a:xfrm>
          <a:off x="0" y="0"/>
          <a:ext cx="0" cy="0"/>
          <a:chOff x="0" y="0"/>
          <a:chExt cx="0" cy="0"/>
        </a:xfrm>
      </p:grpSpPr>
      <p:sp>
        <p:nvSpPr>
          <p:cNvPr id="106" name="Google Shape;106;p72"/>
          <p:cNvSpPr txBox="1"/>
          <p:nvPr>
            <p:ph type="title"/>
          </p:nvPr>
        </p:nvSpPr>
        <p:spPr>
          <a:xfrm>
            <a:off x="708825" y="2272659"/>
            <a:ext cx="3837300" cy="172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54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07" name="Google Shape;107;p72"/>
          <p:cNvSpPr/>
          <p:nvPr/>
        </p:nvSpPr>
        <p:spPr>
          <a:xfrm>
            <a:off x="0" y="432030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8" name="Google Shape;108;p72"/>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109" name="Shape 109"/>
        <p:cNvGrpSpPr/>
        <p:nvPr/>
      </p:nvGrpSpPr>
      <p:grpSpPr>
        <a:xfrm>
          <a:off x="0" y="0"/>
          <a:ext cx="0" cy="0"/>
          <a:chOff x="0" y="0"/>
          <a:chExt cx="0" cy="0"/>
        </a:xfrm>
      </p:grpSpPr>
      <p:sp>
        <p:nvSpPr>
          <p:cNvPr id="110" name="Google Shape;110;p73"/>
          <p:cNvSpPr txBox="1"/>
          <p:nvPr>
            <p:ph type="title"/>
          </p:nvPr>
        </p:nvSpPr>
        <p:spPr>
          <a:xfrm flipH="1">
            <a:off x="710981" y="2642747"/>
            <a:ext cx="5661300" cy="1179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4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1" name="Google Shape;111;p73"/>
          <p:cNvSpPr txBox="1"/>
          <p:nvPr>
            <p:ph idx="2" type="title"/>
          </p:nvPr>
        </p:nvSpPr>
        <p:spPr>
          <a:xfrm flipH="1">
            <a:off x="710981" y="1540222"/>
            <a:ext cx="1318500" cy="841800"/>
          </a:xfrm>
          <a:prstGeom prst="rect">
            <a:avLst/>
          </a:prstGeom>
          <a:solidFill>
            <a:schemeClr val="lt1"/>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12" name="Google Shape;112;p73"/>
          <p:cNvSpPr txBox="1"/>
          <p:nvPr>
            <p:ph idx="1" type="subTitle"/>
          </p:nvPr>
        </p:nvSpPr>
        <p:spPr>
          <a:xfrm flipH="1">
            <a:off x="710981" y="3893424"/>
            <a:ext cx="2848800" cy="71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3" name="Google Shape;113;p73"/>
          <p:cNvSpPr/>
          <p:nvPr/>
        </p:nvSpPr>
        <p:spPr>
          <a:xfrm>
            <a:off x="0" y="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73"/>
          <p:cNvPicPr preferRelativeResize="0"/>
          <p:nvPr/>
        </p:nvPicPr>
        <p:blipFill rotWithShape="1">
          <a:blip r:embed="rId2">
            <a:alphaModFix/>
          </a:blip>
          <a:srcRect b="0" l="0" r="0" t="0"/>
          <a:stretch/>
        </p:blipFill>
        <p:spPr>
          <a:xfrm>
            <a:off x="0" y="4083403"/>
            <a:ext cx="415200" cy="106008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15" name="Shape 115"/>
        <p:cNvGrpSpPr/>
        <p:nvPr/>
      </p:nvGrpSpPr>
      <p:grpSpPr>
        <a:xfrm>
          <a:off x="0" y="0"/>
          <a:ext cx="0" cy="0"/>
          <a:chOff x="0" y="0"/>
          <a:chExt cx="0" cy="0"/>
        </a:xfrm>
      </p:grpSpPr>
      <p:sp>
        <p:nvSpPr>
          <p:cNvPr id="116" name="Google Shape;116;p74"/>
          <p:cNvSpPr txBox="1"/>
          <p:nvPr>
            <p:ph type="title"/>
          </p:nvPr>
        </p:nvSpPr>
        <p:spPr>
          <a:xfrm>
            <a:off x="719975" y="180560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17" name="Google Shape;117;p74"/>
          <p:cNvSpPr txBox="1"/>
          <p:nvPr>
            <p:ph idx="1" type="subTitle"/>
          </p:nvPr>
        </p:nvSpPr>
        <p:spPr>
          <a:xfrm>
            <a:off x="719975" y="219833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8" name="Google Shape;118;p74"/>
          <p:cNvSpPr txBox="1"/>
          <p:nvPr>
            <p:ph idx="2" type="title"/>
          </p:nvPr>
        </p:nvSpPr>
        <p:spPr>
          <a:xfrm>
            <a:off x="3419246" y="180560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19" name="Google Shape;119;p74"/>
          <p:cNvSpPr txBox="1"/>
          <p:nvPr>
            <p:ph idx="3" type="subTitle"/>
          </p:nvPr>
        </p:nvSpPr>
        <p:spPr>
          <a:xfrm>
            <a:off x="3419246" y="219833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0" name="Google Shape;120;p74"/>
          <p:cNvSpPr txBox="1"/>
          <p:nvPr>
            <p:ph idx="4" type="title"/>
          </p:nvPr>
        </p:nvSpPr>
        <p:spPr>
          <a:xfrm>
            <a:off x="719975" y="369620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21" name="Google Shape;121;p74"/>
          <p:cNvSpPr txBox="1"/>
          <p:nvPr>
            <p:ph idx="5" type="subTitle"/>
          </p:nvPr>
        </p:nvSpPr>
        <p:spPr>
          <a:xfrm>
            <a:off x="719975" y="4095454"/>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2" name="Google Shape;122;p74"/>
          <p:cNvSpPr txBox="1"/>
          <p:nvPr>
            <p:ph idx="6" type="title"/>
          </p:nvPr>
        </p:nvSpPr>
        <p:spPr>
          <a:xfrm>
            <a:off x="3419246" y="369620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23" name="Google Shape;123;p74"/>
          <p:cNvSpPr txBox="1"/>
          <p:nvPr>
            <p:ph idx="7" type="subTitle"/>
          </p:nvPr>
        </p:nvSpPr>
        <p:spPr>
          <a:xfrm>
            <a:off x="3419246" y="4095454"/>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4" name="Google Shape;124;p74"/>
          <p:cNvSpPr txBox="1"/>
          <p:nvPr>
            <p:ph idx="8" type="title"/>
          </p:nvPr>
        </p:nvSpPr>
        <p:spPr>
          <a:xfrm>
            <a:off x="6118520" y="180560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25" name="Google Shape;125;p74"/>
          <p:cNvSpPr txBox="1"/>
          <p:nvPr>
            <p:ph idx="9" type="subTitle"/>
          </p:nvPr>
        </p:nvSpPr>
        <p:spPr>
          <a:xfrm>
            <a:off x="6118520" y="2198335"/>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 name="Google Shape;126;p74"/>
          <p:cNvSpPr txBox="1"/>
          <p:nvPr>
            <p:ph idx="13" type="title"/>
          </p:nvPr>
        </p:nvSpPr>
        <p:spPr>
          <a:xfrm>
            <a:off x="6118520" y="3696200"/>
            <a:ext cx="23055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27" name="Google Shape;127;p74"/>
          <p:cNvSpPr txBox="1"/>
          <p:nvPr>
            <p:ph idx="14" type="subTitle"/>
          </p:nvPr>
        </p:nvSpPr>
        <p:spPr>
          <a:xfrm>
            <a:off x="6118520" y="4095454"/>
            <a:ext cx="23055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8" name="Google Shape;128;p74"/>
          <p:cNvSpPr/>
          <p:nvPr/>
        </p:nvSpPr>
        <p:spPr>
          <a:xfrm rot="-5400000">
            <a:off x="-2314500" y="2314500"/>
            <a:ext cx="5143500" cy="51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9" name="Google Shape;129;p74"/>
          <p:cNvCxnSpPr/>
          <p:nvPr/>
        </p:nvCxnSpPr>
        <p:spPr>
          <a:xfrm rot="10800000">
            <a:off x="8783000" y="0"/>
            <a:ext cx="0" cy="2144700"/>
          </a:xfrm>
          <a:prstGeom prst="straightConnector1">
            <a:avLst/>
          </a:prstGeom>
          <a:noFill/>
          <a:ln cap="flat" cmpd="sng" w="9525">
            <a:solidFill>
              <a:schemeClr val="dk2"/>
            </a:solidFill>
            <a:prstDash val="solid"/>
            <a:round/>
            <a:headEnd len="sm" w="sm" type="none"/>
            <a:tailEnd len="sm" w="sm" type="none"/>
          </a:ln>
        </p:spPr>
      </p:cxnSp>
      <p:sp>
        <p:nvSpPr>
          <p:cNvPr id="130" name="Google Shape;130;p74"/>
          <p:cNvSpPr txBox="1"/>
          <p:nvPr>
            <p:ph idx="15"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31" name="Shape 131"/>
        <p:cNvGrpSpPr/>
        <p:nvPr/>
      </p:nvGrpSpPr>
      <p:grpSpPr>
        <a:xfrm>
          <a:off x="0" y="0"/>
          <a:ext cx="0" cy="0"/>
          <a:chOff x="0" y="0"/>
          <a:chExt cx="0" cy="0"/>
        </a:xfrm>
      </p:grpSpPr>
      <p:sp>
        <p:nvSpPr>
          <p:cNvPr id="132" name="Google Shape;132;p75"/>
          <p:cNvSpPr txBox="1"/>
          <p:nvPr>
            <p:ph idx="1" type="subTitle"/>
          </p:nvPr>
        </p:nvSpPr>
        <p:spPr>
          <a:xfrm>
            <a:off x="708825" y="2687250"/>
            <a:ext cx="3373500" cy="86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3" name="Google Shape;133;p75"/>
          <p:cNvSpPr txBox="1"/>
          <p:nvPr>
            <p:ph type="title"/>
          </p:nvPr>
        </p:nvSpPr>
        <p:spPr>
          <a:xfrm>
            <a:off x="708825" y="2012700"/>
            <a:ext cx="3373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pic>
        <p:nvPicPr>
          <p:cNvPr id="134" name="Google Shape;134;p75"/>
          <p:cNvPicPr preferRelativeResize="0"/>
          <p:nvPr/>
        </p:nvPicPr>
        <p:blipFill rotWithShape="1">
          <a:blip r:embed="rId2">
            <a:alphaModFix/>
          </a:blip>
          <a:srcRect b="0" l="0" r="0" t="0"/>
          <a:stretch/>
        </p:blipFill>
        <p:spPr>
          <a:xfrm>
            <a:off x="0" y="4083403"/>
            <a:ext cx="415200" cy="1060085"/>
          </a:xfrm>
          <a:prstGeom prst="rect">
            <a:avLst/>
          </a:prstGeom>
          <a:noFill/>
          <a:ln>
            <a:noFill/>
          </a:ln>
        </p:spPr>
      </p:pic>
      <p:sp>
        <p:nvSpPr>
          <p:cNvPr id="135" name="Google Shape;135;p75"/>
          <p:cNvSpPr/>
          <p:nvPr/>
        </p:nvSpPr>
        <p:spPr>
          <a:xfrm>
            <a:off x="0" y="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6" name="Shape 136"/>
        <p:cNvGrpSpPr/>
        <p:nvPr/>
      </p:nvGrpSpPr>
      <p:grpSpPr>
        <a:xfrm>
          <a:off x="0" y="0"/>
          <a:ext cx="0" cy="0"/>
          <a:chOff x="0" y="0"/>
          <a:chExt cx="0" cy="0"/>
        </a:xfrm>
      </p:grpSpPr>
      <p:sp>
        <p:nvSpPr>
          <p:cNvPr id="137" name="Google Shape;137;p76"/>
          <p:cNvSpPr txBox="1"/>
          <p:nvPr>
            <p:ph type="title"/>
          </p:nvPr>
        </p:nvSpPr>
        <p:spPr>
          <a:xfrm>
            <a:off x="1556550" y="3417313"/>
            <a:ext cx="6030900" cy="1183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pic>
        <p:nvPicPr>
          <p:cNvPr id="138" name="Google Shape;138;p76"/>
          <p:cNvPicPr preferRelativeResize="0"/>
          <p:nvPr/>
        </p:nvPicPr>
        <p:blipFill rotWithShape="1">
          <a:blip r:embed="rId2">
            <a:alphaModFix/>
          </a:blip>
          <a:srcRect b="0" l="0" r="0" t="0"/>
          <a:stretch/>
        </p:blipFill>
        <p:spPr>
          <a:xfrm>
            <a:off x="0" y="4083403"/>
            <a:ext cx="415200" cy="1060085"/>
          </a:xfrm>
          <a:prstGeom prst="rect">
            <a:avLst/>
          </a:prstGeom>
          <a:noFill/>
          <a:ln>
            <a:noFill/>
          </a:ln>
        </p:spPr>
      </p:pic>
      <p:sp>
        <p:nvSpPr>
          <p:cNvPr id="139" name="Google Shape;139;p76"/>
          <p:cNvSpPr/>
          <p:nvPr/>
        </p:nvSpPr>
        <p:spPr>
          <a:xfrm>
            <a:off x="7572000" y="1350"/>
            <a:ext cx="1572000" cy="527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1_1_1_2_1_1">
    <p:spTree>
      <p:nvGrpSpPr>
        <p:cNvPr id="140" name="Shape 140"/>
        <p:cNvGrpSpPr/>
        <p:nvPr/>
      </p:nvGrpSpPr>
      <p:grpSpPr>
        <a:xfrm>
          <a:off x="0" y="0"/>
          <a:ext cx="0" cy="0"/>
          <a:chOff x="0" y="0"/>
          <a:chExt cx="0" cy="0"/>
        </a:xfrm>
      </p:grpSpPr>
      <p:sp>
        <p:nvSpPr>
          <p:cNvPr id="141" name="Google Shape;141;p77"/>
          <p:cNvSpPr txBox="1"/>
          <p:nvPr>
            <p:ph type="title"/>
          </p:nvPr>
        </p:nvSpPr>
        <p:spPr>
          <a:xfrm>
            <a:off x="720000" y="2524125"/>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2" name="Google Shape;142;p77"/>
          <p:cNvSpPr txBox="1"/>
          <p:nvPr>
            <p:ph idx="1" type="subTitle"/>
          </p:nvPr>
        </p:nvSpPr>
        <p:spPr>
          <a:xfrm>
            <a:off x="720000" y="2991587"/>
            <a:ext cx="2336400" cy="800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3" name="Google Shape;143;p77"/>
          <p:cNvSpPr txBox="1"/>
          <p:nvPr>
            <p:ph idx="2" type="title"/>
          </p:nvPr>
        </p:nvSpPr>
        <p:spPr>
          <a:xfrm>
            <a:off x="3403800" y="2524125"/>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4" name="Google Shape;144;p77"/>
          <p:cNvSpPr txBox="1"/>
          <p:nvPr>
            <p:ph idx="3" type="subTitle"/>
          </p:nvPr>
        </p:nvSpPr>
        <p:spPr>
          <a:xfrm>
            <a:off x="3403800" y="2991588"/>
            <a:ext cx="2336400" cy="800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5" name="Google Shape;145;p77"/>
          <p:cNvSpPr txBox="1"/>
          <p:nvPr>
            <p:ph idx="4" type="title"/>
          </p:nvPr>
        </p:nvSpPr>
        <p:spPr>
          <a:xfrm>
            <a:off x="6087600" y="2524125"/>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6" name="Google Shape;146;p77"/>
          <p:cNvSpPr txBox="1"/>
          <p:nvPr>
            <p:ph idx="5" type="subTitle"/>
          </p:nvPr>
        </p:nvSpPr>
        <p:spPr>
          <a:xfrm>
            <a:off x="6087600" y="2991588"/>
            <a:ext cx="2336400" cy="800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 name="Google Shape;147;p77"/>
          <p:cNvSpPr txBox="1"/>
          <p:nvPr>
            <p:ph idx="6"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48" name="Google Shape;148;p77"/>
          <p:cNvSpPr/>
          <p:nvPr/>
        </p:nvSpPr>
        <p:spPr>
          <a:xfrm>
            <a:off x="0" y="432030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9" name="Google Shape;149;p77"/>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150" name="Shape 150"/>
        <p:cNvGrpSpPr/>
        <p:nvPr/>
      </p:nvGrpSpPr>
      <p:grpSpPr>
        <a:xfrm>
          <a:off x="0" y="0"/>
          <a:ext cx="0" cy="0"/>
          <a:chOff x="0" y="0"/>
          <a:chExt cx="0" cy="0"/>
        </a:xfrm>
      </p:grpSpPr>
      <p:sp>
        <p:nvSpPr>
          <p:cNvPr id="151" name="Google Shape;151;p78"/>
          <p:cNvSpPr txBox="1"/>
          <p:nvPr>
            <p:ph type="title"/>
          </p:nvPr>
        </p:nvSpPr>
        <p:spPr>
          <a:xfrm>
            <a:off x="708825" y="1683433"/>
            <a:ext cx="4455000" cy="1090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4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2" name="Google Shape;152;p78"/>
          <p:cNvSpPr txBox="1"/>
          <p:nvPr>
            <p:ph idx="2" type="title"/>
          </p:nvPr>
        </p:nvSpPr>
        <p:spPr>
          <a:xfrm>
            <a:off x="708825" y="542975"/>
            <a:ext cx="1318500" cy="8418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53" name="Google Shape;153;p78"/>
          <p:cNvSpPr txBox="1"/>
          <p:nvPr>
            <p:ph idx="1" type="subTitle"/>
          </p:nvPr>
        </p:nvSpPr>
        <p:spPr>
          <a:xfrm>
            <a:off x="708825" y="3012279"/>
            <a:ext cx="2817300" cy="46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4" name="Google Shape;154;p78"/>
          <p:cNvSpPr/>
          <p:nvPr/>
        </p:nvSpPr>
        <p:spPr>
          <a:xfrm rot="5400000">
            <a:off x="6155550" y="2165250"/>
            <a:ext cx="51537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5" name="Google Shape;155;p78"/>
          <p:cNvPicPr preferRelativeResize="0"/>
          <p:nvPr/>
        </p:nvPicPr>
        <p:blipFill rotWithShape="1">
          <a:blip r:embed="rId2">
            <a:alphaModFix/>
          </a:blip>
          <a:srcRect b="0" l="0" r="0" t="0"/>
          <a:stretch/>
        </p:blipFill>
        <p:spPr>
          <a:xfrm>
            <a:off x="0" y="4083403"/>
            <a:ext cx="415200" cy="106008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2">
    <p:spTree>
      <p:nvGrpSpPr>
        <p:cNvPr id="156" name="Shape 156"/>
        <p:cNvGrpSpPr/>
        <p:nvPr/>
      </p:nvGrpSpPr>
      <p:grpSpPr>
        <a:xfrm>
          <a:off x="0" y="0"/>
          <a:ext cx="0" cy="0"/>
          <a:chOff x="0" y="0"/>
          <a:chExt cx="0" cy="0"/>
        </a:xfrm>
      </p:grpSpPr>
      <p:sp>
        <p:nvSpPr>
          <p:cNvPr id="157" name="Google Shape;157;p79"/>
          <p:cNvSpPr txBox="1"/>
          <p:nvPr>
            <p:ph idx="1" type="subTitle"/>
          </p:nvPr>
        </p:nvSpPr>
        <p:spPr>
          <a:xfrm>
            <a:off x="809463" y="3081622"/>
            <a:ext cx="31977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Font typeface="Bebas Neue"/>
              <a:buNone/>
              <a:defRPr sz="2500">
                <a:latin typeface="Poppins SemiBold"/>
                <a:ea typeface="Poppins SemiBold"/>
                <a:cs typeface="Poppins SemiBold"/>
                <a:sym typeface="Poppins SemiBold"/>
              </a:defRPr>
            </a:lvl1pPr>
            <a:lvl2pPr lvl="1"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9pPr>
          </a:lstStyle>
          <a:p/>
        </p:txBody>
      </p:sp>
      <p:sp>
        <p:nvSpPr>
          <p:cNvPr id="158" name="Google Shape;158;p79"/>
          <p:cNvSpPr txBox="1"/>
          <p:nvPr>
            <p:ph idx="2" type="subTitle"/>
          </p:nvPr>
        </p:nvSpPr>
        <p:spPr>
          <a:xfrm>
            <a:off x="5136839" y="3081622"/>
            <a:ext cx="31977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Font typeface="Bebas Neue"/>
              <a:buNone/>
              <a:defRPr sz="2500">
                <a:latin typeface="Poppins SemiBold"/>
                <a:ea typeface="Poppins SemiBold"/>
                <a:cs typeface="Poppins SemiBold"/>
                <a:sym typeface="Poppins SemiBold"/>
              </a:defRPr>
            </a:lvl1pPr>
            <a:lvl2pPr lvl="1"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9pPr>
          </a:lstStyle>
          <a:p/>
        </p:txBody>
      </p:sp>
      <p:sp>
        <p:nvSpPr>
          <p:cNvPr id="159" name="Google Shape;159;p79"/>
          <p:cNvSpPr txBox="1"/>
          <p:nvPr>
            <p:ph idx="3" type="subTitle"/>
          </p:nvPr>
        </p:nvSpPr>
        <p:spPr>
          <a:xfrm>
            <a:off x="1045402" y="3663537"/>
            <a:ext cx="2725800" cy="67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 name="Google Shape;160;p79"/>
          <p:cNvSpPr txBox="1"/>
          <p:nvPr>
            <p:ph idx="4" type="subTitle"/>
          </p:nvPr>
        </p:nvSpPr>
        <p:spPr>
          <a:xfrm>
            <a:off x="5372780" y="3663537"/>
            <a:ext cx="2725800" cy="67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1" name="Google Shape;161;p79"/>
          <p:cNvSpPr txBox="1"/>
          <p:nvPr>
            <p:ph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62" name="Google Shape;162;p79"/>
          <p:cNvSpPr/>
          <p:nvPr/>
        </p:nvSpPr>
        <p:spPr>
          <a:xfrm rot="-5400000">
            <a:off x="6314925" y="2314500"/>
            <a:ext cx="5143500" cy="51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3" name="Google Shape;163;p79"/>
          <p:cNvCxnSpPr/>
          <p:nvPr/>
        </p:nvCxnSpPr>
        <p:spPr>
          <a:xfrm rot="10800000">
            <a:off x="8783000" y="0"/>
            <a:ext cx="0" cy="2144700"/>
          </a:xfrm>
          <a:prstGeom prst="straightConnector1">
            <a:avLst/>
          </a:prstGeom>
          <a:noFill/>
          <a:ln cap="flat" cmpd="sng" w="9525">
            <a:solidFill>
              <a:schemeClr val="dk2"/>
            </a:solidFill>
            <a:prstDash val="solid"/>
            <a:round/>
            <a:headEnd len="sm" w="sm" type="none"/>
            <a:tailEnd len="sm" w="sm" type="none"/>
          </a:ln>
        </p:spPr>
      </p:cxnSp>
      <p:pic>
        <p:nvPicPr>
          <p:cNvPr id="164" name="Google Shape;164;p79"/>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65" name="Shape 165"/>
        <p:cNvGrpSpPr/>
        <p:nvPr/>
      </p:nvGrpSpPr>
      <p:grpSpPr>
        <a:xfrm>
          <a:off x="0" y="0"/>
          <a:ext cx="0" cy="0"/>
          <a:chOff x="0" y="0"/>
          <a:chExt cx="0" cy="0"/>
        </a:xfrm>
      </p:grpSpPr>
      <p:sp>
        <p:nvSpPr>
          <p:cNvPr id="166" name="Google Shape;166;p80"/>
          <p:cNvSpPr txBox="1"/>
          <p:nvPr>
            <p:ph type="title"/>
          </p:nvPr>
        </p:nvSpPr>
        <p:spPr>
          <a:xfrm>
            <a:off x="1837576" y="1356675"/>
            <a:ext cx="23430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67" name="Google Shape;167;p80"/>
          <p:cNvSpPr txBox="1"/>
          <p:nvPr>
            <p:ph idx="1" type="subTitle"/>
          </p:nvPr>
        </p:nvSpPr>
        <p:spPr>
          <a:xfrm>
            <a:off x="1479351" y="1776820"/>
            <a:ext cx="23430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8" name="Google Shape;168;p80"/>
          <p:cNvSpPr txBox="1"/>
          <p:nvPr>
            <p:ph idx="2" type="title"/>
          </p:nvPr>
        </p:nvSpPr>
        <p:spPr>
          <a:xfrm>
            <a:off x="5722751" y="1356675"/>
            <a:ext cx="23430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69" name="Google Shape;169;p80"/>
          <p:cNvSpPr txBox="1"/>
          <p:nvPr>
            <p:ph idx="3" type="subTitle"/>
          </p:nvPr>
        </p:nvSpPr>
        <p:spPr>
          <a:xfrm>
            <a:off x="5271576" y="1776820"/>
            <a:ext cx="23430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0" name="Google Shape;170;p80"/>
          <p:cNvSpPr txBox="1"/>
          <p:nvPr>
            <p:ph idx="4" type="title"/>
          </p:nvPr>
        </p:nvSpPr>
        <p:spPr>
          <a:xfrm>
            <a:off x="1837576" y="3399675"/>
            <a:ext cx="23430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71" name="Google Shape;171;p80"/>
          <p:cNvSpPr txBox="1"/>
          <p:nvPr>
            <p:ph idx="5" type="subTitle"/>
          </p:nvPr>
        </p:nvSpPr>
        <p:spPr>
          <a:xfrm>
            <a:off x="1479351" y="3819820"/>
            <a:ext cx="23430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2" name="Google Shape;172;p80"/>
          <p:cNvSpPr txBox="1"/>
          <p:nvPr>
            <p:ph idx="6" type="title"/>
          </p:nvPr>
        </p:nvSpPr>
        <p:spPr>
          <a:xfrm>
            <a:off x="5722751" y="3399675"/>
            <a:ext cx="23430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73" name="Google Shape;173;p80"/>
          <p:cNvSpPr txBox="1"/>
          <p:nvPr>
            <p:ph idx="7" type="subTitle"/>
          </p:nvPr>
        </p:nvSpPr>
        <p:spPr>
          <a:xfrm>
            <a:off x="5271576" y="3819820"/>
            <a:ext cx="2343000" cy="4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4" name="Google Shape;174;p80"/>
          <p:cNvSpPr txBox="1"/>
          <p:nvPr>
            <p:ph idx="8"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75" name="Google Shape;175;p80"/>
          <p:cNvSpPr/>
          <p:nvPr/>
        </p:nvSpPr>
        <p:spPr>
          <a:xfrm rot="-5400000">
            <a:off x="6129075" y="2128650"/>
            <a:ext cx="5143500" cy="886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6" name="Google Shape;176;p80"/>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_1">
    <p:spTree>
      <p:nvGrpSpPr>
        <p:cNvPr id="177" name="Shape 177"/>
        <p:cNvGrpSpPr/>
        <p:nvPr/>
      </p:nvGrpSpPr>
      <p:grpSpPr>
        <a:xfrm>
          <a:off x="0" y="0"/>
          <a:ext cx="0" cy="0"/>
          <a:chOff x="0" y="0"/>
          <a:chExt cx="0" cy="0"/>
        </a:xfrm>
      </p:grpSpPr>
      <p:sp>
        <p:nvSpPr>
          <p:cNvPr id="178" name="Google Shape;178;p81"/>
          <p:cNvSpPr txBox="1"/>
          <p:nvPr>
            <p:ph type="title"/>
          </p:nvPr>
        </p:nvSpPr>
        <p:spPr>
          <a:xfrm>
            <a:off x="5002850" y="1998375"/>
            <a:ext cx="3432300" cy="13962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4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9" name="Google Shape;179;p81"/>
          <p:cNvSpPr txBox="1"/>
          <p:nvPr>
            <p:ph idx="2" type="title"/>
          </p:nvPr>
        </p:nvSpPr>
        <p:spPr>
          <a:xfrm>
            <a:off x="7116675" y="1080363"/>
            <a:ext cx="1318500" cy="841800"/>
          </a:xfrm>
          <a:prstGeom prst="rect">
            <a:avLst/>
          </a:prstGeom>
          <a:solidFill>
            <a:schemeClr val="lt1"/>
          </a:solid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80" name="Google Shape;180;p81"/>
          <p:cNvSpPr txBox="1"/>
          <p:nvPr>
            <p:ph idx="1" type="subTitle"/>
          </p:nvPr>
        </p:nvSpPr>
        <p:spPr>
          <a:xfrm>
            <a:off x="5373375" y="3380349"/>
            <a:ext cx="3061800" cy="682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 name="Google Shape;181;p81"/>
          <p:cNvSpPr/>
          <p:nvPr/>
        </p:nvSpPr>
        <p:spPr>
          <a:xfrm rot="5400000">
            <a:off x="-1808425" y="1803150"/>
            <a:ext cx="5153700" cy="1537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2" name="Google Shape;182;p81"/>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sp>
        <p:nvSpPr>
          <p:cNvPr id="184" name="Google Shape;184;p82"/>
          <p:cNvSpPr txBox="1"/>
          <p:nvPr>
            <p:ph hasCustomPrompt="1" type="title"/>
          </p:nvPr>
        </p:nvSpPr>
        <p:spPr>
          <a:xfrm>
            <a:off x="708825" y="548625"/>
            <a:ext cx="5217000" cy="1363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85" name="Google Shape;185;p82"/>
          <p:cNvSpPr txBox="1"/>
          <p:nvPr>
            <p:ph idx="1" type="subTitle"/>
          </p:nvPr>
        </p:nvSpPr>
        <p:spPr>
          <a:xfrm>
            <a:off x="708825" y="2064475"/>
            <a:ext cx="5217000" cy="461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600"/>
              <a:buNone/>
              <a:defRPr sz="18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186" name="Google Shape;186;p82"/>
          <p:cNvSpPr/>
          <p:nvPr/>
        </p:nvSpPr>
        <p:spPr>
          <a:xfrm>
            <a:off x="0" y="3780000"/>
            <a:ext cx="9144000" cy="136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82"/>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
        <p:nvSpPr>
          <p:cNvPr id="188" name="Google Shape;188;p82"/>
          <p:cNvSpPr txBox="1"/>
          <p:nvPr/>
        </p:nvSpPr>
        <p:spPr>
          <a:xfrm>
            <a:off x="6753075" y="297575"/>
            <a:ext cx="1682100" cy="24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bhaya Libre SemiBold"/>
                <a:ea typeface="Abhaya Libre SemiBold"/>
                <a:cs typeface="Abhaya Libre SemiBold"/>
                <a:sym typeface="Abhaya Libre SemiBold"/>
              </a:rPr>
              <a:t>www.slidesgo.com</a:t>
            </a:r>
            <a:endParaRPr b="0" i="0" sz="1200" u="none" cap="none" strike="noStrike">
              <a:solidFill>
                <a:schemeClr val="dk2"/>
              </a:solidFill>
              <a:latin typeface="Abhaya Libre SemiBold"/>
              <a:ea typeface="Abhaya Libre SemiBold"/>
              <a:cs typeface="Abhaya Libre SemiBold"/>
              <a:sym typeface="Abhaya Libre SemiBo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SECTION_HEADER_1_1_1_1_1">
    <p:spTree>
      <p:nvGrpSpPr>
        <p:cNvPr id="189" name="Shape 189"/>
        <p:cNvGrpSpPr/>
        <p:nvPr/>
      </p:nvGrpSpPr>
      <p:grpSpPr>
        <a:xfrm>
          <a:off x="0" y="0"/>
          <a:ext cx="0" cy="0"/>
          <a:chOff x="0" y="0"/>
          <a:chExt cx="0" cy="0"/>
        </a:xfrm>
      </p:grpSpPr>
      <p:sp>
        <p:nvSpPr>
          <p:cNvPr id="190" name="Google Shape;190;p83"/>
          <p:cNvSpPr txBox="1"/>
          <p:nvPr>
            <p:ph type="title"/>
          </p:nvPr>
        </p:nvSpPr>
        <p:spPr>
          <a:xfrm>
            <a:off x="2917788" y="1599013"/>
            <a:ext cx="3308400" cy="1110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1" name="Google Shape;191;p83"/>
          <p:cNvSpPr txBox="1"/>
          <p:nvPr>
            <p:ph idx="2" type="title"/>
          </p:nvPr>
        </p:nvSpPr>
        <p:spPr>
          <a:xfrm>
            <a:off x="3912738" y="542975"/>
            <a:ext cx="1318500" cy="8418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92" name="Google Shape;192;p83"/>
          <p:cNvSpPr txBox="1"/>
          <p:nvPr>
            <p:ph idx="1" type="subTitle"/>
          </p:nvPr>
        </p:nvSpPr>
        <p:spPr>
          <a:xfrm>
            <a:off x="3128688" y="2934196"/>
            <a:ext cx="2886600" cy="492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3" name="Google Shape;193;p83"/>
          <p:cNvSpPr/>
          <p:nvPr/>
        </p:nvSpPr>
        <p:spPr>
          <a:xfrm rot="-5400000">
            <a:off x="-1419825" y="2128650"/>
            <a:ext cx="5143500" cy="886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4" name="Google Shape;194;p83"/>
          <p:cNvPicPr preferRelativeResize="0"/>
          <p:nvPr/>
        </p:nvPicPr>
        <p:blipFill rotWithShape="1">
          <a:blip r:embed="rId2">
            <a:alphaModFix/>
          </a:blip>
          <a:srcRect b="0" l="0" r="0" t="0"/>
          <a:stretch/>
        </p:blipFill>
        <p:spPr>
          <a:xfrm>
            <a:off x="0" y="4083403"/>
            <a:ext cx="415200" cy="106008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95" name="Shape 195"/>
        <p:cNvGrpSpPr/>
        <p:nvPr/>
      </p:nvGrpSpPr>
      <p:grpSpPr>
        <a:xfrm>
          <a:off x="0" y="0"/>
          <a:ext cx="0" cy="0"/>
          <a:chOff x="0" y="0"/>
          <a:chExt cx="0" cy="0"/>
        </a:xfrm>
      </p:grpSpPr>
      <p:sp>
        <p:nvSpPr>
          <p:cNvPr id="196" name="Google Shape;196;p84"/>
          <p:cNvSpPr txBox="1"/>
          <p:nvPr>
            <p:ph type="title"/>
          </p:nvPr>
        </p:nvSpPr>
        <p:spPr>
          <a:xfrm>
            <a:off x="720000" y="277506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97" name="Google Shape;197;p84"/>
          <p:cNvSpPr txBox="1"/>
          <p:nvPr>
            <p:ph idx="1" type="subTitle"/>
          </p:nvPr>
        </p:nvSpPr>
        <p:spPr>
          <a:xfrm>
            <a:off x="720000" y="3235508"/>
            <a:ext cx="2336400" cy="800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8" name="Google Shape;198;p84"/>
          <p:cNvSpPr txBox="1"/>
          <p:nvPr>
            <p:ph idx="2" type="title"/>
          </p:nvPr>
        </p:nvSpPr>
        <p:spPr>
          <a:xfrm>
            <a:off x="3403800" y="277506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99" name="Google Shape;199;p84"/>
          <p:cNvSpPr txBox="1"/>
          <p:nvPr>
            <p:ph idx="3" type="subTitle"/>
          </p:nvPr>
        </p:nvSpPr>
        <p:spPr>
          <a:xfrm>
            <a:off x="3403800" y="3235509"/>
            <a:ext cx="2336400" cy="800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0" name="Google Shape;200;p84"/>
          <p:cNvSpPr txBox="1"/>
          <p:nvPr>
            <p:ph idx="4" type="title"/>
          </p:nvPr>
        </p:nvSpPr>
        <p:spPr>
          <a:xfrm>
            <a:off x="6087600" y="277506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1" name="Google Shape;201;p84"/>
          <p:cNvSpPr txBox="1"/>
          <p:nvPr>
            <p:ph idx="5" type="subTitle"/>
          </p:nvPr>
        </p:nvSpPr>
        <p:spPr>
          <a:xfrm>
            <a:off x="6087600" y="3235509"/>
            <a:ext cx="2336400" cy="800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2" name="Google Shape;202;p84"/>
          <p:cNvSpPr txBox="1"/>
          <p:nvPr>
            <p:ph idx="6"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203" name="Google Shape;203;p84"/>
          <p:cNvSpPr/>
          <p:nvPr/>
        </p:nvSpPr>
        <p:spPr>
          <a:xfrm>
            <a:off x="0" y="432030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4" name="Google Shape;204;p84"/>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_3">
    <p:spTree>
      <p:nvGrpSpPr>
        <p:cNvPr id="205" name="Shape 205"/>
        <p:cNvGrpSpPr/>
        <p:nvPr/>
      </p:nvGrpSpPr>
      <p:grpSpPr>
        <a:xfrm>
          <a:off x="0" y="0"/>
          <a:ext cx="0" cy="0"/>
          <a:chOff x="0" y="0"/>
          <a:chExt cx="0" cy="0"/>
        </a:xfrm>
      </p:grpSpPr>
      <p:sp>
        <p:nvSpPr>
          <p:cNvPr id="206" name="Google Shape;206;p85"/>
          <p:cNvSpPr txBox="1"/>
          <p:nvPr>
            <p:ph type="title"/>
          </p:nvPr>
        </p:nvSpPr>
        <p:spPr>
          <a:xfrm>
            <a:off x="5202075" y="3449302"/>
            <a:ext cx="3233100" cy="828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6200"/>
              <a:buNone/>
              <a:defRPr sz="5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07" name="Google Shape;207;p85"/>
          <p:cNvSpPr txBox="1"/>
          <p:nvPr>
            <p:ph idx="1" type="subTitle"/>
          </p:nvPr>
        </p:nvSpPr>
        <p:spPr>
          <a:xfrm>
            <a:off x="5202075" y="4155326"/>
            <a:ext cx="3233100" cy="4452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8" name="Google Shape;208;p85"/>
          <p:cNvSpPr txBox="1"/>
          <p:nvPr>
            <p:ph idx="2" type="title"/>
          </p:nvPr>
        </p:nvSpPr>
        <p:spPr>
          <a:xfrm>
            <a:off x="2637900" y="2208951"/>
            <a:ext cx="38682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5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09" name="Google Shape;209;p85"/>
          <p:cNvSpPr txBox="1"/>
          <p:nvPr>
            <p:ph idx="3" type="subTitle"/>
          </p:nvPr>
        </p:nvSpPr>
        <p:spPr>
          <a:xfrm>
            <a:off x="2637900" y="2914977"/>
            <a:ext cx="38682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0" name="Google Shape;210;p85"/>
          <p:cNvSpPr txBox="1"/>
          <p:nvPr>
            <p:ph idx="4" type="title"/>
          </p:nvPr>
        </p:nvSpPr>
        <p:spPr>
          <a:xfrm>
            <a:off x="720000" y="1057738"/>
            <a:ext cx="3233100" cy="828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200"/>
              <a:buNone/>
              <a:defRPr sz="5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1" name="Google Shape;211;p85"/>
          <p:cNvSpPr txBox="1"/>
          <p:nvPr>
            <p:ph idx="5" type="subTitle"/>
          </p:nvPr>
        </p:nvSpPr>
        <p:spPr>
          <a:xfrm>
            <a:off x="720000" y="1763761"/>
            <a:ext cx="3233100" cy="445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212" name="Google Shape;212;p85"/>
          <p:cNvPicPr preferRelativeResize="0"/>
          <p:nvPr/>
        </p:nvPicPr>
        <p:blipFill rotWithShape="1">
          <a:blip r:embed="rId2">
            <a:alphaModFix/>
          </a:blip>
          <a:srcRect b="0" l="0" r="0" t="0"/>
          <a:stretch/>
        </p:blipFill>
        <p:spPr>
          <a:xfrm>
            <a:off x="0" y="4083410"/>
            <a:ext cx="415200" cy="1060085"/>
          </a:xfrm>
          <a:prstGeom prst="rect">
            <a:avLst/>
          </a:prstGeom>
          <a:noFill/>
          <a:ln>
            <a:noFill/>
          </a:ln>
        </p:spPr>
      </p:pic>
      <p:cxnSp>
        <p:nvCxnSpPr>
          <p:cNvPr id="213" name="Google Shape;213;p85"/>
          <p:cNvCxnSpPr/>
          <p:nvPr/>
        </p:nvCxnSpPr>
        <p:spPr>
          <a:xfrm>
            <a:off x="5916000" y="1597300"/>
            <a:ext cx="3228000" cy="0"/>
          </a:xfrm>
          <a:prstGeom prst="straightConnector1">
            <a:avLst/>
          </a:prstGeom>
          <a:noFill/>
          <a:ln cap="flat" cmpd="sng" w="9525">
            <a:solidFill>
              <a:schemeClr val="dk2"/>
            </a:solidFill>
            <a:prstDash val="solid"/>
            <a:round/>
            <a:headEnd len="sm" w="sm" type="none"/>
            <a:tailEnd len="sm" w="sm" type="none"/>
          </a:ln>
        </p:spPr>
      </p:cxnSp>
      <p:sp>
        <p:nvSpPr>
          <p:cNvPr id="214" name="Google Shape;214;p85"/>
          <p:cNvSpPr/>
          <p:nvPr/>
        </p:nvSpPr>
        <p:spPr>
          <a:xfrm>
            <a:off x="7572000" y="1350"/>
            <a:ext cx="1572000" cy="527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85"/>
          <p:cNvSpPr txBox="1"/>
          <p:nvPr>
            <p:ph idx="6"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16" name="Shape 216"/>
        <p:cNvGrpSpPr/>
        <p:nvPr/>
      </p:nvGrpSpPr>
      <p:grpSpPr>
        <a:xfrm>
          <a:off x="0" y="0"/>
          <a:ext cx="0" cy="0"/>
          <a:chOff x="0" y="0"/>
          <a:chExt cx="0" cy="0"/>
        </a:xfrm>
      </p:grpSpPr>
      <p:sp>
        <p:nvSpPr>
          <p:cNvPr id="217" name="Google Shape;217;p86"/>
          <p:cNvSpPr/>
          <p:nvPr/>
        </p:nvSpPr>
        <p:spPr>
          <a:xfrm rot="-5400000">
            <a:off x="5983550" y="1982850"/>
            <a:ext cx="5143500" cy="117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6"/>
          <p:cNvSpPr txBox="1"/>
          <p:nvPr>
            <p:ph type="ctrTitle"/>
          </p:nvPr>
        </p:nvSpPr>
        <p:spPr>
          <a:xfrm>
            <a:off x="708825" y="540000"/>
            <a:ext cx="2967000" cy="906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9" name="Google Shape;219;p86"/>
          <p:cNvSpPr txBox="1"/>
          <p:nvPr>
            <p:ph idx="1" type="subTitle"/>
          </p:nvPr>
        </p:nvSpPr>
        <p:spPr>
          <a:xfrm>
            <a:off x="708825" y="1498525"/>
            <a:ext cx="2967000" cy="1158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0" name="Google Shape;220;p86"/>
          <p:cNvSpPr txBox="1"/>
          <p:nvPr>
            <p:ph idx="2" type="subTitle"/>
          </p:nvPr>
        </p:nvSpPr>
        <p:spPr>
          <a:xfrm>
            <a:off x="708825" y="3434675"/>
            <a:ext cx="2967000" cy="367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30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1" name="Google Shape;221;p86"/>
          <p:cNvSpPr txBox="1"/>
          <p:nvPr>
            <p:ph idx="3" type="ctrTitle"/>
          </p:nvPr>
        </p:nvSpPr>
        <p:spPr>
          <a:xfrm rot="5400000">
            <a:off x="6421000" y="1995125"/>
            <a:ext cx="3031800" cy="906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sz="44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22" name="Google Shape;222;p86"/>
          <p:cNvSpPr txBox="1"/>
          <p:nvPr/>
        </p:nvSpPr>
        <p:spPr>
          <a:xfrm>
            <a:off x="708825" y="3984925"/>
            <a:ext cx="4324200" cy="36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200"/>
              <a:buFont typeface="Arial"/>
              <a:buNone/>
            </a:pPr>
            <a:r>
              <a:rPr b="0" i="0" lang="en" sz="1200" u="none" cap="none" strike="noStrike">
                <a:solidFill>
                  <a:schemeClr val="dk2"/>
                </a:solidFill>
                <a:latin typeface="Abhaya Libre"/>
                <a:ea typeface="Abhaya Libre"/>
                <a:cs typeface="Abhaya Libre"/>
                <a:sym typeface="Abhaya Libre"/>
              </a:rPr>
              <a:t>CREDITS: This presentation template was created by </a:t>
            </a:r>
            <a:r>
              <a:rPr b="1" i="0" lang="en" sz="1200" u="none" cap="none" strike="noStrike">
                <a:solidFill>
                  <a:schemeClr val="dk2"/>
                </a:solidFill>
                <a:uFill>
                  <a:noFill/>
                </a:uFill>
                <a:latin typeface="Abhaya Libre"/>
                <a:ea typeface="Abhaya Libre"/>
                <a:cs typeface="Abhaya Libre"/>
                <a:sym typeface="Abhaya Libre"/>
                <a:hlinkClick r:id="rId2">
                  <a:extLst>
                    <a:ext uri="{A12FA001-AC4F-418D-AE19-62706E023703}">
                      <ahyp:hlinkClr val="tx"/>
                    </a:ext>
                  </a:extLst>
                </a:hlinkClick>
              </a:rPr>
              <a:t>Slidesgo</a:t>
            </a:r>
            <a:r>
              <a:rPr b="0" i="0" lang="en" sz="1200" u="none" cap="none" strike="noStrike">
                <a:solidFill>
                  <a:schemeClr val="dk2"/>
                </a:solidFill>
                <a:latin typeface="Abhaya Libre"/>
                <a:ea typeface="Abhaya Libre"/>
                <a:cs typeface="Abhaya Libre"/>
                <a:sym typeface="Abhaya Libre"/>
              </a:rPr>
              <a:t>, including icons by </a:t>
            </a:r>
            <a:r>
              <a:rPr b="1" i="0" lang="en" sz="1200" u="none" cap="none" strike="noStrike">
                <a:solidFill>
                  <a:schemeClr val="dk2"/>
                </a:solidFill>
                <a:uFill>
                  <a:noFill/>
                </a:uFill>
                <a:latin typeface="Abhaya Libre"/>
                <a:ea typeface="Abhaya Libre"/>
                <a:cs typeface="Abhaya Libre"/>
                <a:sym typeface="Abhaya Libre"/>
                <a:hlinkClick r:id="rId3">
                  <a:extLst>
                    <a:ext uri="{A12FA001-AC4F-418D-AE19-62706E023703}">
                      <ahyp:hlinkClr val="tx"/>
                    </a:ext>
                  </a:extLst>
                </a:hlinkClick>
              </a:rPr>
              <a:t>Flaticon</a:t>
            </a:r>
            <a:r>
              <a:rPr b="1" i="0" lang="en" sz="1200" u="none" cap="none" strike="noStrike">
                <a:solidFill>
                  <a:schemeClr val="dk2"/>
                </a:solidFill>
                <a:latin typeface="Abhaya Libre"/>
                <a:ea typeface="Abhaya Libre"/>
                <a:cs typeface="Abhaya Libre"/>
                <a:sym typeface="Abhaya Libre"/>
              </a:rPr>
              <a:t> </a:t>
            </a:r>
            <a:r>
              <a:rPr b="0" i="0" lang="en" sz="1200" u="none" cap="none" strike="noStrike">
                <a:solidFill>
                  <a:schemeClr val="dk2"/>
                </a:solidFill>
                <a:latin typeface="Abhaya Libre"/>
                <a:ea typeface="Abhaya Libre"/>
                <a:cs typeface="Abhaya Libre"/>
                <a:sym typeface="Abhaya Libre"/>
              </a:rPr>
              <a:t>and infographics &amp; images by </a:t>
            </a:r>
            <a:r>
              <a:rPr b="1" i="0" lang="en" sz="1200" u="none" cap="none" strike="noStrike">
                <a:solidFill>
                  <a:schemeClr val="dk2"/>
                </a:solidFill>
                <a:uFill>
                  <a:noFill/>
                </a:uFill>
                <a:latin typeface="Abhaya Libre"/>
                <a:ea typeface="Abhaya Libre"/>
                <a:cs typeface="Abhaya Libre"/>
                <a:sym typeface="Abhaya Libre"/>
                <a:hlinkClick r:id="rId4">
                  <a:extLst>
                    <a:ext uri="{A12FA001-AC4F-418D-AE19-62706E023703}">
                      <ahyp:hlinkClr val="tx"/>
                    </a:ext>
                  </a:extLst>
                </a:hlinkClick>
              </a:rPr>
              <a:t>Freepik</a:t>
            </a:r>
            <a:endParaRPr b="1" i="0" sz="1200" u="none" cap="none" strike="noStrike">
              <a:solidFill>
                <a:schemeClr val="dk2"/>
              </a:solidFill>
              <a:latin typeface="Abhaya Libre"/>
              <a:ea typeface="Abhaya Libre"/>
              <a:cs typeface="Abhaya Libre"/>
              <a:sym typeface="Abhaya Libre"/>
            </a:endParaRPr>
          </a:p>
        </p:txBody>
      </p:sp>
      <p:pic>
        <p:nvPicPr>
          <p:cNvPr id="223" name="Google Shape;223;p86"/>
          <p:cNvPicPr preferRelativeResize="0"/>
          <p:nvPr/>
        </p:nvPicPr>
        <p:blipFill rotWithShape="1">
          <a:blip r:embed="rId5">
            <a:alphaModFix/>
          </a:blip>
          <a:srcRect b="0" l="0" r="0" t="0"/>
          <a:stretch/>
        </p:blipFill>
        <p:spPr>
          <a:xfrm>
            <a:off x="0" y="4083410"/>
            <a:ext cx="415200" cy="1060085"/>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224" name="Shape 224"/>
        <p:cNvGrpSpPr/>
        <p:nvPr/>
      </p:nvGrpSpPr>
      <p:grpSpPr>
        <a:xfrm>
          <a:off x="0" y="0"/>
          <a:ext cx="0" cy="0"/>
          <a:chOff x="0" y="0"/>
          <a:chExt cx="0" cy="0"/>
        </a:xfrm>
      </p:grpSpPr>
      <p:sp>
        <p:nvSpPr>
          <p:cNvPr id="225" name="Google Shape;225;p87"/>
          <p:cNvSpPr txBox="1"/>
          <p:nvPr>
            <p:ph idx="1" type="subTitle"/>
          </p:nvPr>
        </p:nvSpPr>
        <p:spPr>
          <a:xfrm>
            <a:off x="715150" y="1281925"/>
            <a:ext cx="3856800" cy="331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226" name="Google Shape;226;p87"/>
          <p:cNvSpPr txBox="1"/>
          <p:nvPr>
            <p:ph idx="2" type="subTitle"/>
          </p:nvPr>
        </p:nvSpPr>
        <p:spPr>
          <a:xfrm>
            <a:off x="4572050" y="1281925"/>
            <a:ext cx="3856800" cy="331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Char char="●"/>
              <a:defRPr u="sng"/>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227" name="Google Shape;227;p87"/>
          <p:cNvSpPr/>
          <p:nvPr/>
        </p:nvSpPr>
        <p:spPr>
          <a:xfrm>
            <a:off x="7582046" y="4615800"/>
            <a:ext cx="1572000" cy="527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8" name="Google Shape;228;p87"/>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
        <p:nvSpPr>
          <p:cNvPr id="229" name="Google Shape;229;p87"/>
          <p:cNvSpPr txBox="1"/>
          <p:nvPr>
            <p:ph type="title"/>
          </p:nvPr>
        </p:nvSpPr>
        <p:spPr>
          <a:xfrm>
            <a:off x="720000" y="542975"/>
            <a:ext cx="7704000" cy="47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5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0" name="Shape 230"/>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1">
  <p:cSld name="BLANK_1_1_1_1_1_1_1_1_1">
    <p:spTree>
      <p:nvGrpSpPr>
        <p:cNvPr id="231" name="Shape 231"/>
        <p:cNvGrpSpPr/>
        <p:nvPr/>
      </p:nvGrpSpPr>
      <p:grpSpPr>
        <a:xfrm>
          <a:off x="0" y="0"/>
          <a:ext cx="0" cy="0"/>
          <a:chOff x="0" y="0"/>
          <a:chExt cx="0" cy="0"/>
        </a:xfrm>
      </p:grpSpPr>
      <p:sp>
        <p:nvSpPr>
          <p:cNvPr id="232" name="Google Shape;232;p92"/>
          <p:cNvSpPr/>
          <p:nvPr/>
        </p:nvSpPr>
        <p:spPr>
          <a:xfrm rot="-5400000">
            <a:off x="-2314500" y="2314500"/>
            <a:ext cx="5143500" cy="51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3" name="Google Shape;233;p92"/>
          <p:cNvCxnSpPr/>
          <p:nvPr/>
        </p:nvCxnSpPr>
        <p:spPr>
          <a:xfrm rot="10800000">
            <a:off x="8783000" y="0"/>
            <a:ext cx="0" cy="21447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34" name="Shape 234"/>
        <p:cNvGrpSpPr/>
        <p:nvPr/>
      </p:nvGrpSpPr>
      <p:grpSpPr>
        <a:xfrm>
          <a:off x="0" y="0"/>
          <a:ext cx="0" cy="0"/>
          <a:chOff x="0" y="0"/>
          <a:chExt cx="0" cy="0"/>
        </a:xfrm>
      </p:grpSpPr>
      <p:sp>
        <p:nvSpPr>
          <p:cNvPr id="235" name="Google Shape;235;p93"/>
          <p:cNvSpPr/>
          <p:nvPr/>
        </p:nvSpPr>
        <p:spPr>
          <a:xfrm>
            <a:off x="0" y="4320300"/>
            <a:ext cx="9144000" cy="82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6" name="Google Shape;236;p93"/>
          <p:cNvPicPr preferRelativeResize="0"/>
          <p:nvPr/>
        </p:nvPicPr>
        <p:blipFill rotWithShape="1">
          <a:blip r:embed="rId2">
            <a:alphaModFix/>
          </a:blip>
          <a:srcRect b="0" l="0" r="0" t="0"/>
          <a:stretch/>
        </p:blipFill>
        <p:spPr>
          <a:xfrm>
            <a:off x="0" y="4083410"/>
            <a:ext cx="415200" cy="106008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200"/>
              <a:buFont typeface="Poppins SemiBold"/>
              <a:buNone/>
              <a:defRPr b="0" i="0" sz="3200" u="none" cap="none" strike="noStrike">
                <a:solidFill>
                  <a:schemeClr val="dk2"/>
                </a:solidFill>
                <a:latin typeface="Poppins SemiBold"/>
                <a:ea typeface="Poppins SemiBold"/>
                <a:cs typeface="Poppins SemiBold"/>
                <a:sym typeface="Poppins SemiBold"/>
              </a:defRPr>
            </a:lvl1pPr>
            <a:lvl2pPr lvl="1" marR="0" rtl="0" algn="l">
              <a:lnSpc>
                <a:spcPct val="100000"/>
              </a:lnSpc>
              <a:spcBef>
                <a:spcPts val="0"/>
              </a:spcBef>
              <a:spcAft>
                <a:spcPts val="0"/>
              </a:spcAft>
              <a:buClr>
                <a:schemeClr val="dk2"/>
              </a:buClr>
              <a:buSzPts val="3200"/>
              <a:buFont typeface="Poppins SemiBold"/>
              <a:buNone/>
              <a:defRPr b="0" i="0" sz="3200" u="none" cap="none" strike="noStrike">
                <a:solidFill>
                  <a:schemeClr val="dk2"/>
                </a:solidFill>
                <a:latin typeface="Poppins SemiBold"/>
                <a:ea typeface="Poppins SemiBold"/>
                <a:cs typeface="Poppins SemiBold"/>
                <a:sym typeface="Poppins SemiBold"/>
              </a:defRPr>
            </a:lvl2pPr>
            <a:lvl3pPr lvl="2" marR="0" rtl="0" algn="l">
              <a:lnSpc>
                <a:spcPct val="100000"/>
              </a:lnSpc>
              <a:spcBef>
                <a:spcPts val="0"/>
              </a:spcBef>
              <a:spcAft>
                <a:spcPts val="0"/>
              </a:spcAft>
              <a:buClr>
                <a:schemeClr val="dk2"/>
              </a:buClr>
              <a:buSzPts val="3200"/>
              <a:buFont typeface="Poppins SemiBold"/>
              <a:buNone/>
              <a:defRPr b="0" i="0" sz="3200" u="none" cap="none" strike="noStrike">
                <a:solidFill>
                  <a:schemeClr val="dk2"/>
                </a:solidFill>
                <a:latin typeface="Poppins SemiBold"/>
                <a:ea typeface="Poppins SemiBold"/>
                <a:cs typeface="Poppins SemiBold"/>
                <a:sym typeface="Poppins SemiBold"/>
              </a:defRPr>
            </a:lvl3pPr>
            <a:lvl4pPr lvl="3" marR="0" rtl="0" algn="l">
              <a:lnSpc>
                <a:spcPct val="100000"/>
              </a:lnSpc>
              <a:spcBef>
                <a:spcPts val="0"/>
              </a:spcBef>
              <a:spcAft>
                <a:spcPts val="0"/>
              </a:spcAft>
              <a:buClr>
                <a:schemeClr val="dk2"/>
              </a:buClr>
              <a:buSzPts val="3200"/>
              <a:buFont typeface="Poppins SemiBold"/>
              <a:buNone/>
              <a:defRPr b="0" i="0" sz="3200" u="none" cap="none" strike="noStrike">
                <a:solidFill>
                  <a:schemeClr val="dk2"/>
                </a:solidFill>
                <a:latin typeface="Poppins SemiBold"/>
                <a:ea typeface="Poppins SemiBold"/>
                <a:cs typeface="Poppins SemiBold"/>
                <a:sym typeface="Poppins SemiBold"/>
              </a:defRPr>
            </a:lvl4pPr>
            <a:lvl5pPr lvl="4" marR="0" rtl="0" algn="l">
              <a:lnSpc>
                <a:spcPct val="100000"/>
              </a:lnSpc>
              <a:spcBef>
                <a:spcPts val="0"/>
              </a:spcBef>
              <a:spcAft>
                <a:spcPts val="0"/>
              </a:spcAft>
              <a:buClr>
                <a:schemeClr val="dk2"/>
              </a:buClr>
              <a:buSzPts val="3200"/>
              <a:buFont typeface="Poppins SemiBold"/>
              <a:buNone/>
              <a:defRPr b="0" i="0" sz="3200" u="none" cap="none" strike="noStrike">
                <a:solidFill>
                  <a:schemeClr val="dk2"/>
                </a:solidFill>
                <a:latin typeface="Poppins SemiBold"/>
                <a:ea typeface="Poppins SemiBold"/>
                <a:cs typeface="Poppins SemiBold"/>
                <a:sym typeface="Poppins SemiBold"/>
              </a:defRPr>
            </a:lvl5pPr>
            <a:lvl6pPr lvl="5" marR="0" rtl="0" algn="l">
              <a:lnSpc>
                <a:spcPct val="100000"/>
              </a:lnSpc>
              <a:spcBef>
                <a:spcPts val="0"/>
              </a:spcBef>
              <a:spcAft>
                <a:spcPts val="0"/>
              </a:spcAft>
              <a:buClr>
                <a:schemeClr val="dk2"/>
              </a:buClr>
              <a:buSzPts val="3200"/>
              <a:buFont typeface="Poppins SemiBold"/>
              <a:buNone/>
              <a:defRPr b="0" i="0" sz="3200" u="none" cap="none" strike="noStrike">
                <a:solidFill>
                  <a:schemeClr val="dk2"/>
                </a:solidFill>
                <a:latin typeface="Poppins SemiBold"/>
                <a:ea typeface="Poppins SemiBold"/>
                <a:cs typeface="Poppins SemiBold"/>
                <a:sym typeface="Poppins SemiBold"/>
              </a:defRPr>
            </a:lvl6pPr>
            <a:lvl7pPr lvl="6" marR="0" rtl="0" algn="l">
              <a:lnSpc>
                <a:spcPct val="100000"/>
              </a:lnSpc>
              <a:spcBef>
                <a:spcPts val="0"/>
              </a:spcBef>
              <a:spcAft>
                <a:spcPts val="0"/>
              </a:spcAft>
              <a:buClr>
                <a:schemeClr val="dk2"/>
              </a:buClr>
              <a:buSzPts val="3200"/>
              <a:buFont typeface="Poppins SemiBold"/>
              <a:buNone/>
              <a:defRPr b="0" i="0" sz="3200" u="none" cap="none" strike="noStrike">
                <a:solidFill>
                  <a:schemeClr val="dk2"/>
                </a:solidFill>
                <a:latin typeface="Poppins SemiBold"/>
                <a:ea typeface="Poppins SemiBold"/>
                <a:cs typeface="Poppins SemiBold"/>
                <a:sym typeface="Poppins SemiBold"/>
              </a:defRPr>
            </a:lvl7pPr>
            <a:lvl8pPr lvl="7" marR="0" rtl="0" algn="l">
              <a:lnSpc>
                <a:spcPct val="100000"/>
              </a:lnSpc>
              <a:spcBef>
                <a:spcPts val="0"/>
              </a:spcBef>
              <a:spcAft>
                <a:spcPts val="0"/>
              </a:spcAft>
              <a:buClr>
                <a:schemeClr val="dk2"/>
              </a:buClr>
              <a:buSzPts val="3200"/>
              <a:buFont typeface="Poppins SemiBold"/>
              <a:buNone/>
              <a:defRPr b="0" i="0" sz="3200" u="none" cap="none" strike="noStrike">
                <a:solidFill>
                  <a:schemeClr val="dk2"/>
                </a:solidFill>
                <a:latin typeface="Poppins SemiBold"/>
                <a:ea typeface="Poppins SemiBold"/>
                <a:cs typeface="Poppins SemiBold"/>
                <a:sym typeface="Poppins SemiBold"/>
              </a:defRPr>
            </a:lvl8pPr>
            <a:lvl9pPr lvl="8" marR="0" rtl="0" algn="l">
              <a:lnSpc>
                <a:spcPct val="100000"/>
              </a:lnSpc>
              <a:spcBef>
                <a:spcPts val="0"/>
              </a:spcBef>
              <a:spcAft>
                <a:spcPts val="0"/>
              </a:spcAft>
              <a:buClr>
                <a:schemeClr val="dk2"/>
              </a:buClr>
              <a:buSzPts val="3200"/>
              <a:buFont typeface="Poppins SemiBold"/>
              <a:buNone/>
              <a:defRPr b="0" i="0" sz="3200" u="none" cap="none" strike="noStrike">
                <a:solidFill>
                  <a:schemeClr val="dk2"/>
                </a:solidFill>
                <a:latin typeface="Poppins SemiBold"/>
                <a:ea typeface="Poppins SemiBold"/>
                <a:cs typeface="Poppins SemiBold"/>
                <a:sym typeface="Poppins SemiBold"/>
              </a:defRPr>
            </a:lvl9pPr>
          </a:lstStyle>
          <a:p/>
        </p:txBody>
      </p:sp>
      <p:sp>
        <p:nvSpPr>
          <p:cNvPr id="7" name="Google Shape;7;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2"/>
              </a:buClr>
              <a:buSzPts val="1400"/>
              <a:buFont typeface="Abhaya Libre Medium"/>
              <a:buChar char="●"/>
              <a:defRPr b="0" i="0" sz="1400" u="none" cap="none" strike="noStrike">
                <a:solidFill>
                  <a:schemeClr val="dk2"/>
                </a:solidFill>
                <a:latin typeface="Abhaya Libre Medium"/>
                <a:ea typeface="Abhaya Libre Medium"/>
                <a:cs typeface="Abhaya Libre Medium"/>
                <a:sym typeface="Abhaya Libre Medium"/>
              </a:defRPr>
            </a:lvl1pPr>
            <a:lvl2pPr indent="-317500" lvl="1" marL="914400" marR="0" rtl="0" algn="l">
              <a:lnSpc>
                <a:spcPct val="115000"/>
              </a:lnSpc>
              <a:spcBef>
                <a:spcPts val="1600"/>
              </a:spcBef>
              <a:spcAft>
                <a:spcPts val="0"/>
              </a:spcAft>
              <a:buClr>
                <a:schemeClr val="dk2"/>
              </a:buClr>
              <a:buSzPts val="1400"/>
              <a:buFont typeface="Abhaya Libre Medium"/>
              <a:buChar char="○"/>
              <a:defRPr b="0" i="0" sz="1400" u="none" cap="none" strike="noStrike">
                <a:solidFill>
                  <a:schemeClr val="dk2"/>
                </a:solidFill>
                <a:latin typeface="Abhaya Libre Medium"/>
                <a:ea typeface="Abhaya Libre Medium"/>
                <a:cs typeface="Abhaya Libre Medium"/>
                <a:sym typeface="Abhaya Libre Medium"/>
              </a:defRPr>
            </a:lvl2pPr>
            <a:lvl3pPr indent="-317500" lvl="2" marL="1371600" marR="0" rtl="0" algn="l">
              <a:lnSpc>
                <a:spcPct val="115000"/>
              </a:lnSpc>
              <a:spcBef>
                <a:spcPts val="1600"/>
              </a:spcBef>
              <a:spcAft>
                <a:spcPts val="0"/>
              </a:spcAft>
              <a:buClr>
                <a:schemeClr val="dk2"/>
              </a:buClr>
              <a:buSzPts val="1400"/>
              <a:buFont typeface="Abhaya Libre Medium"/>
              <a:buChar char="■"/>
              <a:defRPr b="0" i="0" sz="1400" u="none" cap="none" strike="noStrike">
                <a:solidFill>
                  <a:schemeClr val="dk2"/>
                </a:solidFill>
                <a:latin typeface="Abhaya Libre Medium"/>
                <a:ea typeface="Abhaya Libre Medium"/>
                <a:cs typeface="Abhaya Libre Medium"/>
                <a:sym typeface="Abhaya Libre Medium"/>
              </a:defRPr>
            </a:lvl3pPr>
            <a:lvl4pPr indent="-317500" lvl="3" marL="1828800" marR="0" rtl="0" algn="l">
              <a:lnSpc>
                <a:spcPct val="115000"/>
              </a:lnSpc>
              <a:spcBef>
                <a:spcPts val="1600"/>
              </a:spcBef>
              <a:spcAft>
                <a:spcPts val="0"/>
              </a:spcAft>
              <a:buClr>
                <a:schemeClr val="dk2"/>
              </a:buClr>
              <a:buSzPts val="1400"/>
              <a:buFont typeface="Abhaya Libre Medium"/>
              <a:buChar char="●"/>
              <a:defRPr b="0" i="0" sz="1400" u="none" cap="none" strike="noStrike">
                <a:solidFill>
                  <a:schemeClr val="dk2"/>
                </a:solidFill>
                <a:latin typeface="Abhaya Libre Medium"/>
                <a:ea typeface="Abhaya Libre Medium"/>
                <a:cs typeface="Abhaya Libre Medium"/>
                <a:sym typeface="Abhaya Libre Medium"/>
              </a:defRPr>
            </a:lvl4pPr>
            <a:lvl5pPr indent="-317500" lvl="4" marL="2286000" marR="0" rtl="0" algn="l">
              <a:lnSpc>
                <a:spcPct val="115000"/>
              </a:lnSpc>
              <a:spcBef>
                <a:spcPts val="1600"/>
              </a:spcBef>
              <a:spcAft>
                <a:spcPts val="0"/>
              </a:spcAft>
              <a:buClr>
                <a:schemeClr val="dk2"/>
              </a:buClr>
              <a:buSzPts val="1400"/>
              <a:buFont typeface="Abhaya Libre Medium"/>
              <a:buChar char="○"/>
              <a:defRPr b="0" i="0" sz="1400" u="none" cap="none" strike="noStrike">
                <a:solidFill>
                  <a:schemeClr val="dk2"/>
                </a:solidFill>
                <a:latin typeface="Abhaya Libre Medium"/>
                <a:ea typeface="Abhaya Libre Medium"/>
                <a:cs typeface="Abhaya Libre Medium"/>
                <a:sym typeface="Abhaya Libre Medium"/>
              </a:defRPr>
            </a:lvl5pPr>
            <a:lvl6pPr indent="-317500" lvl="5" marL="2743200" marR="0" rtl="0" algn="l">
              <a:lnSpc>
                <a:spcPct val="115000"/>
              </a:lnSpc>
              <a:spcBef>
                <a:spcPts val="1600"/>
              </a:spcBef>
              <a:spcAft>
                <a:spcPts val="0"/>
              </a:spcAft>
              <a:buClr>
                <a:schemeClr val="dk2"/>
              </a:buClr>
              <a:buSzPts val="1400"/>
              <a:buFont typeface="Abhaya Libre Medium"/>
              <a:buChar char="■"/>
              <a:defRPr b="0" i="0" sz="1400" u="none" cap="none" strike="noStrike">
                <a:solidFill>
                  <a:schemeClr val="dk2"/>
                </a:solidFill>
                <a:latin typeface="Abhaya Libre Medium"/>
                <a:ea typeface="Abhaya Libre Medium"/>
                <a:cs typeface="Abhaya Libre Medium"/>
                <a:sym typeface="Abhaya Libre Medium"/>
              </a:defRPr>
            </a:lvl6pPr>
            <a:lvl7pPr indent="-317500" lvl="6" marL="3200400" marR="0" rtl="0" algn="l">
              <a:lnSpc>
                <a:spcPct val="115000"/>
              </a:lnSpc>
              <a:spcBef>
                <a:spcPts val="1600"/>
              </a:spcBef>
              <a:spcAft>
                <a:spcPts val="0"/>
              </a:spcAft>
              <a:buClr>
                <a:schemeClr val="dk2"/>
              </a:buClr>
              <a:buSzPts val="1400"/>
              <a:buFont typeface="Abhaya Libre Medium"/>
              <a:buChar char="●"/>
              <a:defRPr b="0" i="0" sz="1400" u="none" cap="none" strike="noStrike">
                <a:solidFill>
                  <a:schemeClr val="dk2"/>
                </a:solidFill>
                <a:latin typeface="Abhaya Libre Medium"/>
                <a:ea typeface="Abhaya Libre Medium"/>
                <a:cs typeface="Abhaya Libre Medium"/>
                <a:sym typeface="Abhaya Libre Medium"/>
              </a:defRPr>
            </a:lvl7pPr>
            <a:lvl8pPr indent="-317500" lvl="7" marL="3657600" marR="0" rtl="0" algn="l">
              <a:lnSpc>
                <a:spcPct val="115000"/>
              </a:lnSpc>
              <a:spcBef>
                <a:spcPts val="1600"/>
              </a:spcBef>
              <a:spcAft>
                <a:spcPts val="0"/>
              </a:spcAft>
              <a:buClr>
                <a:schemeClr val="dk2"/>
              </a:buClr>
              <a:buSzPts val="1400"/>
              <a:buFont typeface="Abhaya Libre Medium"/>
              <a:buChar char="○"/>
              <a:defRPr b="0" i="0" sz="1400" u="none" cap="none" strike="noStrike">
                <a:solidFill>
                  <a:schemeClr val="dk2"/>
                </a:solidFill>
                <a:latin typeface="Abhaya Libre Medium"/>
                <a:ea typeface="Abhaya Libre Medium"/>
                <a:cs typeface="Abhaya Libre Medium"/>
                <a:sym typeface="Abhaya Libre Medium"/>
              </a:defRPr>
            </a:lvl8pPr>
            <a:lvl9pPr indent="-317500" lvl="8" marL="4114800" marR="0" rtl="0" algn="l">
              <a:lnSpc>
                <a:spcPct val="115000"/>
              </a:lnSpc>
              <a:spcBef>
                <a:spcPts val="1600"/>
              </a:spcBef>
              <a:spcAft>
                <a:spcPts val="1600"/>
              </a:spcAft>
              <a:buClr>
                <a:schemeClr val="dk2"/>
              </a:buClr>
              <a:buSzPts val="1400"/>
              <a:buFont typeface="Abhaya Libre Medium"/>
              <a:buChar char="■"/>
              <a:defRPr b="0" i="0" sz="1400" u="none" cap="none" strike="noStrike">
                <a:solidFill>
                  <a:schemeClr val="dk2"/>
                </a:solidFill>
                <a:latin typeface="Abhaya Libre Medium"/>
                <a:ea typeface="Abhaya Libre Medium"/>
                <a:cs typeface="Abhaya Libre Medium"/>
                <a:sym typeface="Abhaya Libre Medium"/>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1"/>
          <p:cNvPicPr preferRelativeResize="0"/>
          <p:nvPr/>
        </p:nvPicPr>
        <p:blipFill rotWithShape="1">
          <a:blip r:embed="rId3">
            <a:alphaModFix/>
          </a:blip>
          <a:srcRect b="0" l="28461" r="841" t="19620"/>
          <a:stretch/>
        </p:blipFill>
        <p:spPr>
          <a:xfrm>
            <a:off x="5158300" y="1360450"/>
            <a:ext cx="3985700" cy="3024874"/>
          </a:xfrm>
          <a:prstGeom prst="rect">
            <a:avLst/>
          </a:prstGeom>
          <a:noFill/>
          <a:ln>
            <a:noFill/>
          </a:ln>
        </p:spPr>
      </p:pic>
      <p:sp>
        <p:nvSpPr>
          <p:cNvPr id="242" name="Google Shape;242;p1"/>
          <p:cNvSpPr txBox="1"/>
          <p:nvPr>
            <p:ph type="ctrTitle"/>
          </p:nvPr>
        </p:nvSpPr>
        <p:spPr>
          <a:xfrm>
            <a:off x="1730100" y="513225"/>
            <a:ext cx="5683800" cy="7095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SzPts val="5200"/>
              <a:buNone/>
            </a:pPr>
            <a:r>
              <a:rPr lang="en"/>
              <a:t>Shelf Management   </a:t>
            </a:r>
            <a:endParaRPr/>
          </a:p>
        </p:txBody>
      </p:sp>
      <p:cxnSp>
        <p:nvCxnSpPr>
          <p:cNvPr id="243" name="Google Shape;243;p1"/>
          <p:cNvCxnSpPr/>
          <p:nvPr/>
        </p:nvCxnSpPr>
        <p:spPr>
          <a:xfrm rot="10800000">
            <a:off x="1326775" y="2998800"/>
            <a:ext cx="0" cy="21447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
          <p:cNvSpPr txBox="1"/>
          <p:nvPr>
            <p:ph type="title"/>
          </p:nvPr>
        </p:nvSpPr>
        <p:spPr>
          <a:xfrm>
            <a:off x="720000" y="574225"/>
            <a:ext cx="7704000" cy="474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
              <a:t>CONTENTS </a:t>
            </a:r>
            <a:endParaRPr/>
          </a:p>
        </p:txBody>
      </p:sp>
      <p:sp>
        <p:nvSpPr>
          <p:cNvPr id="249" name="Google Shape;249;p2"/>
          <p:cNvSpPr txBox="1"/>
          <p:nvPr>
            <p:ph idx="1" type="body"/>
          </p:nvPr>
        </p:nvSpPr>
        <p:spPr>
          <a:xfrm>
            <a:off x="714450" y="1669875"/>
            <a:ext cx="7715100" cy="1457700"/>
          </a:xfrm>
          <a:prstGeom prst="rect">
            <a:avLst/>
          </a:prstGeom>
          <a:noFill/>
          <a:ln>
            <a:noFill/>
          </a:ln>
        </p:spPr>
        <p:txBody>
          <a:bodyPr anchorCtr="0" anchor="ctr" bIns="91425" lIns="91425" spcFirstLastPara="1" rIns="91425" wrap="square" tIns="91425">
            <a:noAutofit/>
          </a:bodyPr>
          <a:lstStyle/>
          <a:p>
            <a:pPr indent="-323850" lvl="0" marL="457200" rtl="0" algn="l">
              <a:lnSpc>
                <a:spcPct val="100000"/>
              </a:lnSpc>
              <a:spcBef>
                <a:spcPts val="0"/>
              </a:spcBef>
              <a:spcAft>
                <a:spcPts val="0"/>
              </a:spcAft>
              <a:buClr>
                <a:schemeClr val="dk2"/>
              </a:buClr>
              <a:buSzPts val="1500"/>
              <a:buFont typeface="Times New Roman"/>
              <a:buChar char="➔"/>
            </a:pPr>
            <a:r>
              <a:rPr b="1" lang="en" sz="1600">
                <a:solidFill>
                  <a:srgbClr val="000000"/>
                </a:solidFill>
                <a:latin typeface="Times New Roman"/>
                <a:ea typeface="Times New Roman"/>
                <a:cs typeface="Times New Roman"/>
                <a:sym typeface="Times New Roman"/>
              </a:rPr>
              <a:t>The problem</a:t>
            </a:r>
            <a:endParaRPr b="1" sz="1600">
              <a:solidFill>
                <a:srgbClr val="000000"/>
              </a:solidFill>
              <a:latin typeface="Times New Roman"/>
              <a:ea typeface="Times New Roman"/>
              <a:cs typeface="Times New Roman"/>
              <a:sym typeface="Times New Roman"/>
            </a:endParaRPr>
          </a:p>
          <a:p>
            <a:pPr indent="-323850" lvl="0" marL="457200" rtl="0" algn="l">
              <a:lnSpc>
                <a:spcPct val="100000"/>
              </a:lnSpc>
              <a:spcBef>
                <a:spcPts val="0"/>
              </a:spcBef>
              <a:spcAft>
                <a:spcPts val="0"/>
              </a:spcAft>
              <a:buClr>
                <a:srgbClr val="000000"/>
              </a:buClr>
              <a:buSzPts val="1500"/>
              <a:buFont typeface="Times New Roman"/>
              <a:buChar char="➔"/>
            </a:pPr>
            <a:r>
              <a:rPr b="1" lang="en" sz="1600">
                <a:solidFill>
                  <a:srgbClr val="000000"/>
                </a:solidFill>
                <a:latin typeface="Calibri"/>
                <a:ea typeface="Calibri"/>
                <a:cs typeface="Calibri"/>
                <a:sym typeface="Calibri"/>
              </a:rPr>
              <a:t>Defining the solution</a:t>
            </a:r>
            <a:endParaRPr b="1" sz="1600">
              <a:solidFill>
                <a:srgbClr val="000000"/>
              </a:solidFill>
              <a:latin typeface="Calibri"/>
              <a:ea typeface="Calibri"/>
              <a:cs typeface="Calibri"/>
              <a:sym typeface="Calibri"/>
            </a:endParaRPr>
          </a:p>
          <a:p>
            <a:pPr indent="-323850" lvl="0" marL="457200" rtl="0" algn="l">
              <a:lnSpc>
                <a:spcPct val="100000"/>
              </a:lnSpc>
              <a:spcBef>
                <a:spcPts val="0"/>
              </a:spcBef>
              <a:spcAft>
                <a:spcPts val="0"/>
              </a:spcAft>
              <a:buClr>
                <a:srgbClr val="000000"/>
              </a:buClr>
              <a:buSzPts val="1500"/>
              <a:buFont typeface="Times New Roman"/>
              <a:buChar char="➔"/>
            </a:pPr>
            <a:r>
              <a:rPr b="1" lang="en" sz="1600">
                <a:solidFill>
                  <a:srgbClr val="000000"/>
                </a:solidFill>
                <a:latin typeface="Times New Roman"/>
                <a:ea typeface="Times New Roman"/>
                <a:cs typeface="Times New Roman"/>
                <a:sym typeface="Times New Roman"/>
              </a:rPr>
              <a:t>System architecture</a:t>
            </a:r>
            <a:endParaRPr b="1" sz="1600">
              <a:solidFill>
                <a:srgbClr val="000000"/>
              </a:solidFill>
              <a:latin typeface="Times New Roman"/>
              <a:ea typeface="Times New Roman"/>
              <a:cs typeface="Times New Roman"/>
              <a:sym typeface="Times New Roman"/>
            </a:endParaRPr>
          </a:p>
          <a:p>
            <a:pPr indent="-330200" lvl="0" marL="457200" rtl="0" algn="l">
              <a:lnSpc>
                <a:spcPct val="100000"/>
              </a:lnSpc>
              <a:spcBef>
                <a:spcPts val="0"/>
              </a:spcBef>
              <a:spcAft>
                <a:spcPts val="0"/>
              </a:spcAft>
              <a:buClr>
                <a:srgbClr val="000000"/>
              </a:buClr>
              <a:buSzPts val="1600"/>
              <a:buFont typeface="Times New Roman"/>
              <a:buChar char="➔"/>
            </a:pPr>
            <a:r>
              <a:rPr b="1" lang="en" sz="1600">
                <a:solidFill>
                  <a:srgbClr val="000000"/>
                </a:solidFill>
                <a:latin typeface="Times New Roman"/>
                <a:ea typeface="Times New Roman"/>
                <a:cs typeface="Times New Roman"/>
                <a:sym typeface="Times New Roman"/>
              </a:rPr>
              <a:t> Data model</a:t>
            </a:r>
            <a:endParaRPr b="1" sz="1600">
              <a:solidFill>
                <a:srgbClr val="000000"/>
              </a:solidFill>
              <a:latin typeface="Times New Roman"/>
              <a:ea typeface="Times New Roman"/>
              <a:cs typeface="Times New Roman"/>
              <a:sym typeface="Times New Roman"/>
            </a:endParaRPr>
          </a:p>
          <a:p>
            <a:pPr indent="-330200" lvl="0" marL="457200" rtl="0" algn="l">
              <a:lnSpc>
                <a:spcPct val="100000"/>
              </a:lnSpc>
              <a:spcBef>
                <a:spcPts val="0"/>
              </a:spcBef>
              <a:spcAft>
                <a:spcPts val="0"/>
              </a:spcAft>
              <a:buClr>
                <a:srgbClr val="000000"/>
              </a:buClr>
              <a:buSzPts val="1600"/>
              <a:buFont typeface="Times New Roman"/>
              <a:buChar char="➔"/>
            </a:pPr>
            <a:r>
              <a:rPr b="1" lang="en" sz="1600">
                <a:solidFill>
                  <a:srgbClr val="000000"/>
                </a:solidFill>
                <a:latin typeface="Times New Roman"/>
                <a:ea typeface="Times New Roman"/>
                <a:cs typeface="Times New Roman"/>
                <a:sym typeface="Times New Roman"/>
              </a:rPr>
              <a:t> </a:t>
            </a:r>
            <a:r>
              <a:rPr b="1" lang="en" sz="1600">
                <a:latin typeface="Times New Roman"/>
                <a:ea typeface="Times New Roman"/>
                <a:cs typeface="Times New Roman"/>
                <a:sym typeface="Times New Roman"/>
              </a:rPr>
              <a:t>References</a:t>
            </a:r>
            <a:endParaRPr b="1" sz="1600">
              <a:solidFill>
                <a:srgbClr val="000000"/>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t/>
            </a:r>
            <a:endParaRPr b="1" sz="16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5"/>
          <p:cNvSpPr txBox="1"/>
          <p:nvPr/>
        </p:nvSpPr>
        <p:spPr>
          <a:xfrm>
            <a:off x="855333" y="1309274"/>
            <a:ext cx="532200" cy="4617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600"/>
              <a:buFont typeface="Arial"/>
              <a:buNone/>
            </a:pPr>
            <a:r>
              <a:rPr b="0" i="0" lang="en" sz="2600" u="none" cap="none" strike="noStrike">
                <a:solidFill>
                  <a:schemeClr val="dk1"/>
                </a:solidFill>
                <a:latin typeface="Lexend Exa SemiBold"/>
                <a:ea typeface="Lexend Exa SemiBold"/>
                <a:cs typeface="Lexend Exa SemiBold"/>
                <a:sym typeface="Lexend Exa SemiBold"/>
              </a:rPr>
              <a:t>S</a:t>
            </a:r>
            <a:endParaRPr b="0" i="0" sz="4100" u="none" cap="none" strike="noStrike">
              <a:solidFill>
                <a:schemeClr val="dk1"/>
              </a:solidFill>
              <a:latin typeface="Lexend Exa SemiBold"/>
              <a:ea typeface="Lexend Exa SemiBold"/>
              <a:cs typeface="Lexend Exa SemiBold"/>
              <a:sym typeface="Lexend Exa SemiBold"/>
            </a:endParaRPr>
          </a:p>
        </p:txBody>
      </p:sp>
      <p:pic>
        <p:nvPicPr>
          <p:cNvPr id="255" name="Google Shape;255;p5"/>
          <p:cNvPicPr preferRelativeResize="0"/>
          <p:nvPr/>
        </p:nvPicPr>
        <p:blipFill rotWithShape="1">
          <a:blip r:embed="rId3">
            <a:alphaModFix/>
          </a:blip>
          <a:srcRect b="0" l="0" r="0" t="0"/>
          <a:stretch/>
        </p:blipFill>
        <p:spPr>
          <a:xfrm>
            <a:off x="5684925" y="1967850"/>
            <a:ext cx="3417426" cy="2442275"/>
          </a:xfrm>
          <a:prstGeom prst="rect">
            <a:avLst/>
          </a:prstGeom>
          <a:noFill/>
          <a:ln>
            <a:noFill/>
          </a:ln>
        </p:spPr>
      </p:pic>
      <p:sp>
        <p:nvSpPr>
          <p:cNvPr id="256" name="Google Shape;256;p5"/>
          <p:cNvSpPr txBox="1"/>
          <p:nvPr>
            <p:ph type="title"/>
          </p:nvPr>
        </p:nvSpPr>
        <p:spPr>
          <a:xfrm>
            <a:off x="2490600" y="243025"/>
            <a:ext cx="4162800" cy="531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The problem</a:t>
            </a:r>
            <a:endParaRPr/>
          </a:p>
        </p:txBody>
      </p:sp>
      <p:sp>
        <p:nvSpPr>
          <p:cNvPr id="257" name="Google Shape;257;p5"/>
          <p:cNvSpPr txBox="1"/>
          <p:nvPr/>
        </p:nvSpPr>
        <p:spPr>
          <a:xfrm>
            <a:off x="426900" y="1557625"/>
            <a:ext cx="5060100" cy="2752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 sz="1600">
                <a:latin typeface="Times New Roman"/>
                <a:ea typeface="Times New Roman"/>
                <a:cs typeface="Times New Roman"/>
                <a:sym typeface="Times New Roman"/>
              </a:rPr>
              <a:t>Managing inventory in retail stores, especially in larger establishments where there are many products and shelves to keep track of, can be a complicated and time-consuming process. In order to streamline this task, it is important to have a robust and efficient system in place to monitor stock availability and provide real-time insights and alerts about stock levels and product placement.</a:t>
            </a:r>
            <a:endParaRPr sz="1600">
              <a:solidFill>
                <a:schemeClr val="dk2"/>
              </a:solidFill>
              <a:latin typeface="Times New Roman"/>
              <a:ea typeface="Times New Roman"/>
              <a:cs typeface="Times New Roman"/>
              <a:sym typeface="Times New Roman"/>
            </a:endParaRPr>
          </a:p>
          <a:p>
            <a:pPr indent="0" lvl="0" marL="0" rtl="0" algn="ctr">
              <a:lnSpc>
                <a:spcPct val="115000"/>
              </a:lnSpc>
              <a:spcBef>
                <a:spcPts val="0"/>
              </a:spcBef>
              <a:spcAft>
                <a:spcPts val="0"/>
              </a:spcAft>
              <a:buNone/>
            </a:pPr>
            <a:r>
              <a:t/>
            </a:r>
            <a:endParaRPr sz="1600"/>
          </a:p>
          <a:p>
            <a:pPr indent="0" lvl="0" marL="0" rtl="0" algn="l">
              <a:spcBef>
                <a:spcPts val="0"/>
              </a:spcBef>
              <a:spcAft>
                <a:spcPts val="0"/>
              </a:spcAft>
              <a:buNone/>
            </a:pPr>
            <a:r>
              <a:t/>
            </a:r>
            <a:endParaRPr>
              <a:latin typeface="Abhaya Libre Medium"/>
              <a:ea typeface="Abhaya Libre Medium"/>
              <a:cs typeface="Abhaya Libre Medium"/>
              <a:sym typeface="Abhaya Libre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2078d5aa496_0_1"/>
          <p:cNvSpPr txBox="1"/>
          <p:nvPr/>
        </p:nvSpPr>
        <p:spPr>
          <a:xfrm>
            <a:off x="855333" y="1309274"/>
            <a:ext cx="532200" cy="461700"/>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600"/>
              <a:buFont typeface="Arial"/>
              <a:buNone/>
            </a:pPr>
            <a:r>
              <a:rPr b="0" i="0" lang="en" sz="2600" u="none" cap="none" strike="noStrike">
                <a:solidFill>
                  <a:schemeClr val="dk1"/>
                </a:solidFill>
                <a:latin typeface="Lexend Exa SemiBold"/>
                <a:ea typeface="Lexend Exa SemiBold"/>
                <a:cs typeface="Lexend Exa SemiBold"/>
                <a:sym typeface="Lexend Exa SemiBold"/>
              </a:rPr>
              <a:t>S</a:t>
            </a:r>
            <a:endParaRPr b="0" i="0" sz="4100" u="none" cap="none" strike="noStrike">
              <a:solidFill>
                <a:schemeClr val="dk1"/>
              </a:solidFill>
              <a:latin typeface="Lexend Exa SemiBold"/>
              <a:ea typeface="Lexend Exa SemiBold"/>
              <a:cs typeface="Lexend Exa SemiBold"/>
              <a:sym typeface="Lexend Exa SemiBold"/>
            </a:endParaRPr>
          </a:p>
        </p:txBody>
      </p:sp>
      <p:sp>
        <p:nvSpPr>
          <p:cNvPr id="263" name="Google Shape;263;g2078d5aa496_0_1"/>
          <p:cNvSpPr txBox="1"/>
          <p:nvPr>
            <p:ph type="title"/>
          </p:nvPr>
        </p:nvSpPr>
        <p:spPr>
          <a:xfrm>
            <a:off x="3050500" y="290475"/>
            <a:ext cx="4162800" cy="53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2500"/>
              <a:buNone/>
            </a:pPr>
            <a:r>
              <a:rPr lang="en"/>
              <a:t>SOLUTION</a:t>
            </a:r>
            <a:endParaRPr/>
          </a:p>
        </p:txBody>
      </p:sp>
      <p:sp>
        <p:nvSpPr>
          <p:cNvPr id="264" name="Google Shape;264;g2078d5aa496_0_1"/>
          <p:cNvSpPr txBox="1"/>
          <p:nvPr/>
        </p:nvSpPr>
        <p:spPr>
          <a:xfrm>
            <a:off x="493325" y="1007200"/>
            <a:ext cx="8170800" cy="3934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600">
                <a:latin typeface="Times New Roman"/>
                <a:ea typeface="Times New Roman"/>
                <a:cs typeface="Times New Roman"/>
                <a:sym typeface="Times New Roman"/>
              </a:rPr>
              <a:t>the Shelf Management System will automate the process of tracking inventory and alerting the retail store if items are running low or have been mislaid. The system will gather data from multiple sources such as barcode scanning, manual entry, IoT sensors and stock availability data, to provide real-time insights into stock levels and item placement. Furthermore, the system will analyze historical data to uncover patterns and trends, make predictions about future stock levels, and identify opportunities for improved inventory management. Additionally, the system will leverage machine learning algorithms to predict when popular items are likely to run out of stock, allowing the store to restock them proactively to always meet customer demands.</a:t>
            </a:r>
            <a:endParaRPr sz="1600">
              <a:latin typeface="Times New Roman"/>
              <a:ea typeface="Times New Roman"/>
              <a:cs typeface="Times New Roman"/>
              <a:sym typeface="Times New Roman"/>
            </a:endParaRPr>
          </a:p>
          <a:p>
            <a:pPr indent="0" lvl="0" marL="0" rtl="0" algn="l">
              <a:lnSpc>
                <a:spcPct val="120000"/>
              </a:lnSpc>
              <a:spcBef>
                <a:spcPts val="0"/>
              </a:spcBef>
              <a:spcAft>
                <a:spcPts val="0"/>
              </a:spcAft>
              <a:buNone/>
            </a:pPr>
            <a:r>
              <a:t/>
            </a:r>
            <a:endParaRPr sz="1600">
              <a:latin typeface="Times New Roman"/>
              <a:ea typeface="Times New Roman"/>
              <a:cs typeface="Times New Roman"/>
              <a:sym typeface="Times New Roman"/>
            </a:endParaRPr>
          </a:p>
          <a:p>
            <a:pPr indent="0" lvl="0" marL="0" rtl="0" algn="ctr">
              <a:lnSpc>
                <a:spcPct val="115000"/>
              </a:lnSpc>
              <a:spcBef>
                <a:spcPts val="0"/>
              </a:spcBef>
              <a:spcAft>
                <a:spcPts val="0"/>
              </a:spcAft>
              <a:buNone/>
            </a:pPr>
            <a:r>
              <a:t/>
            </a:r>
            <a:endParaRPr sz="1600"/>
          </a:p>
          <a:p>
            <a:pPr indent="0" lvl="0" marL="0" rtl="0" algn="l">
              <a:spcBef>
                <a:spcPts val="0"/>
              </a:spcBef>
              <a:spcAft>
                <a:spcPts val="0"/>
              </a:spcAft>
              <a:buNone/>
            </a:pPr>
            <a:r>
              <a:t/>
            </a:r>
            <a:endParaRPr>
              <a:latin typeface="Abhaya Libre Medium"/>
              <a:ea typeface="Abhaya Libre Medium"/>
              <a:cs typeface="Abhaya Libre Medium"/>
              <a:sym typeface="Abhaya Libre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idx="16" type="title"/>
          </p:nvPr>
        </p:nvSpPr>
        <p:spPr>
          <a:xfrm>
            <a:off x="720000" y="531025"/>
            <a:ext cx="7704000" cy="510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200"/>
              <a:buNone/>
            </a:pPr>
            <a:r>
              <a:rPr lang="en"/>
              <a:t>System architecture</a:t>
            </a:r>
            <a:endParaRPr/>
          </a:p>
          <a:p>
            <a:pPr indent="0" lvl="0" marL="0" rtl="0" algn="ctr">
              <a:lnSpc>
                <a:spcPct val="100000"/>
              </a:lnSpc>
              <a:spcBef>
                <a:spcPts val="0"/>
              </a:spcBef>
              <a:spcAft>
                <a:spcPts val="0"/>
              </a:spcAft>
              <a:buSzPts val="3200"/>
              <a:buNone/>
            </a:pPr>
            <a:r>
              <a:t/>
            </a:r>
            <a:endParaRPr/>
          </a:p>
        </p:txBody>
      </p:sp>
      <p:pic>
        <p:nvPicPr>
          <p:cNvPr id="270" name="Google Shape;270;p3"/>
          <p:cNvPicPr preferRelativeResize="0"/>
          <p:nvPr/>
        </p:nvPicPr>
        <p:blipFill>
          <a:blip r:embed="rId3">
            <a:alphaModFix/>
          </a:blip>
          <a:stretch>
            <a:fillRect/>
          </a:stretch>
        </p:blipFill>
        <p:spPr>
          <a:xfrm>
            <a:off x="179650" y="1193725"/>
            <a:ext cx="8761500" cy="3006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20781d5ce42_0_19"/>
          <p:cNvSpPr txBox="1"/>
          <p:nvPr>
            <p:ph idx="2" type="title"/>
          </p:nvPr>
        </p:nvSpPr>
        <p:spPr>
          <a:xfrm>
            <a:off x="821475" y="1760950"/>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sp>
        <p:nvSpPr>
          <p:cNvPr id="276" name="Google Shape;276;g20781d5ce42_0_19"/>
          <p:cNvSpPr txBox="1"/>
          <p:nvPr>
            <p:ph idx="19" type="title"/>
          </p:nvPr>
        </p:nvSpPr>
        <p:spPr>
          <a:xfrm>
            <a:off x="821475" y="3546425"/>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02</a:t>
            </a:r>
            <a:endParaRPr/>
          </a:p>
        </p:txBody>
      </p:sp>
      <p:sp>
        <p:nvSpPr>
          <p:cNvPr id="277" name="Google Shape;277;g20781d5ce42_0_19"/>
          <p:cNvSpPr txBox="1"/>
          <p:nvPr/>
        </p:nvSpPr>
        <p:spPr>
          <a:xfrm>
            <a:off x="395850" y="466750"/>
            <a:ext cx="838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Abhaya Libre"/>
                <a:ea typeface="Abhaya Libre"/>
                <a:cs typeface="Abhaya Libre"/>
                <a:sym typeface="Abhaya Libre"/>
              </a:rPr>
              <a:t>The architecture would involve the following steps :</a:t>
            </a:r>
            <a:endParaRPr b="1" sz="3000">
              <a:latin typeface="Abhaya Libre"/>
              <a:ea typeface="Abhaya Libre"/>
              <a:cs typeface="Abhaya Libre"/>
              <a:sym typeface="Abhaya Libre"/>
            </a:endParaRPr>
          </a:p>
        </p:txBody>
      </p:sp>
      <p:sp>
        <p:nvSpPr>
          <p:cNvPr id="278" name="Google Shape;278;g20781d5ce42_0_19"/>
          <p:cNvSpPr txBox="1"/>
          <p:nvPr/>
        </p:nvSpPr>
        <p:spPr>
          <a:xfrm>
            <a:off x="1400200" y="1803250"/>
            <a:ext cx="2091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Data Collection</a:t>
            </a:r>
            <a:endParaRPr sz="1600">
              <a:latin typeface="Times New Roman"/>
              <a:ea typeface="Times New Roman"/>
              <a:cs typeface="Times New Roman"/>
              <a:sym typeface="Times New Roman"/>
            </a:endParaRPr>
          </a:p>
        </p:txBody>
      </p:sp>
      <p:sp>
        <p:nvSpPr>
          <p:cNvPr id="279" name="Google Shape;279;g20781d5ce42_0_19"/>
          <p:cNvSpPr txBox="1"/>
          <p:nvPr/>
        </p:nvSpPr>
        <p:spPr>
          <a:xfrm>
            <a:off x="821475" y="2245750"/>
            <a:ext cx="4527300" cy="1145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Times New Roman"/>
                <a:ea typeface="Times New Roman"/>
                <a:cs typeface="Times New Roman"/>
                <a:sym typeface="Times New Roman"/>
              </a:rPr>
              <a:t>The system would collect key-value pairs such as (product ID, product_quantity_from_iot) and (product ID, product_location_from_iot) from IoT sensors, barcode scanning, and manual entry.</a:t>
            </a:r>
            <a:endParaRPr>
              <a:latin typeface="Times New Roman"/>
              <a:ea typeface="Times New Roman"/>
              <a:cs typeface="Times New Roman"/>
              <a:sym typeface="Times New Roman"/>
            </a:endParaRPr>
          </a:p>
        </p:txBody>
      </p:sp>
      <p:sp>
        <p:nvSpPr>
          <p:cNvPr id="280" name="Google Shape;280;g20781d5ce42_0_19"/>
          <p:cNvSpPr txBox="1"/>
          <p:nvPr/>
        </p:nvSpPr>
        <p:spPr>
          <a:xfrm>
            <a:off x="1400200" y="3600125"/>
            <a:ext cx="2091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Data Ingestion</a:t>
            </a:r>
            <a:endParaRPr sz="1800">
              <a:latin typeface="Times New Roman"/>
              <a:ea typeface="Times New Roman"/>
              <a:cs typeface="Times New Roman"/>
              <a:sym typeface="Times New Roman"/>
            </a:endParaRPr>
          </a:p>
        </p:txBody>
      </p:sp>
      <p:sp>
        <p:nvSpPr>
          <p:cNvPr id="281" name="Google Shape;281;g20781d5ce42_0_19"/>
          <p:cNvSpPr txBox="1"/>
          <p:nvPr/>
        </p:nvSpPr>
        <p:spPr>
          <a:xfrm>
            <a:off x="821475" y="4031225"/>
            <a:ext cx="4527300" cy="6279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The collected data would then be ingested into </a:t>
            </a:r>
            <a:r>
              <a:rPr b="1" lang="en" sz="1200">
                <a:latin typeface="Calibri"/>
                <a:ea typeface="Calibri"/>
                <a:cs typeface="Calibri"/>
                <a:sym typeface="Calibri"/>
              </a:rPr>
              <a:t>Apache Spark</a:t>
            </a:r>
            <a:r>
              <a:rPr lang="en" sz="1200">
                <a:latin typeface="Calibri"/>
                <a:ea typeface="Calibri"/>
                <a:cs typeface="Calibri"/>
                <a:sym typeface="Calibri"/>
              </a:rPr>
              <a:t> for processing.</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207934fc90f_2_8"/>
          <p:cNvSpPr txBox="1"/>
          <p:nvPr>
            <p:ph idx="2" type="title"/>
          </p:nvPr>
        </p:nvSpPr>
        <p:spPr>
          <a:xfrm>
            <a:off x="821475" y="1760950"/>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03</a:t>
            </a:r>
            <a:endParaRPr/>
          </a:p>
        </p:txBody>
      </p:sp>
      <p:sp>
        <p:nvSpPr>
          <p:cNvPr id="287" name="Google Shape;287;g207934fc90f_2_8"/>
          <p:cNvSpPr txBox="1"/>
          <p:nvPr>
            <p:ph idx="19" type="title"/>
          </p:nvPr>
        </p:nvSpPr>
        <p:spPr>
          <a:xfrm>
            <a:off x="821475" y="3317825"/>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04</a:t>
            </a:r>
            <a:endParaRPr/>
          </a:p>
        </p:txBody>
      </p:sp>
      <p:sp>
        <p:nvSpPr>
          <p:cNvPr id="288" name="Google Shape;288;g207934fc90f_2_8"/>
          <p:cNvSpPr txBox="1"/>
          <p:nvPr/>
        </p:nvSpPr>
        <p:spPr>
          <a:xfrm>
            <a:off x="395850" y="466750"/>
            <a:ext cx="838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Abhaya Libre"/>
                <a:ea typeface="Abhaya Libre"/>
                <a:cs typeface="Abhaya Libre"/>
                <a:sym typeface="Abhaya Libre"/>
              </a:rPr>
              <a:t>The architecture would involve the following steps :</a:t>
            </a:r>
            <a:endParaRPr b="1" sz="3000">
              <a:latin typeface="Abhaya Libre"/>
              <a:ea typeface="Abhaya Libre"/>
              <a:cs typeface="Abhaya Libre"/>
              <a:sym typeface="Abhaya Libre"/>
            </a:endParaRPr>
          </a:p>
        </p:txBody>
      </p:sp>
      <p:sp>
        <p:nvSpPr>
          <p:cNvPr id="289" name="Google Shape;289;g207934fc90f_2_8"/>
          <p:cNvSpPr txBox="1"/>
          <p:nvPr/>
        </p:nvSpPr>
        <p:spPr>
          <a:xfrm>
            <a:off x="1400200" y="1803250"/>
            <a:ext cx="2091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Data Storage</a:t>
            </a:r>
            <a:endParaRPr sz="1600">
              <a:latin typeface="Times New Roman"/>
              <a:ea typeface="Times New Roman"/>
              <a:cs typeface="Times New Roman"/>
              <a:sym typeface="Times New Roman"/>
            </a:endParaRPr>
          </a:p>
        </p:txBody>
      </p:sp>
      <p:sp>
        <p:nvSpPr>
          <p:cNvPr id="290" name="Google Shape;290;g207934fc90f_2_8"/>
          <p:cNvSpPr txBox="1"/>
          <p:nvPr/>
        </p:nvSpPr>
        <p:spPr>
          <a:xfrm>
            <a:off x="821475" y="2245750"/>
            <a:ext cx="4527300" cy="8865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Times New Roman"/>
                <a:ea typeface="Times New Roman"/>
                <a:cs typeface="Times New Roman"/>
                <a:sym typeface="Times New Roman"/>
              </a:rPr>
              <a:t>The processed data would be stored in scalable data storage solutions, such as Apache HBase for unstructured data and Apache Hive for structured data.</a:t>
            </a:r>
            <a:endParaRPr>
              <a:latin typeface="Times New Roman"/>
              <a:ea typeface="Times New Roman"/>
              <a:cs typeface="Times New Roman"/>
              <a:sym typeface="Times New Roman"/>
            </a:endParaRPr>
          </a:p>
        </p:txBody>
      </p:sp>
      <p:sp>
        <p:nvSpPr>
          <p:cNvPr id="291" name="Google Shape;291;g207934fc90f_2_8"/>
          <p:cNvSpPr txBox="1"/>
          <p:nvPr/>
        </p:nvSpPr>
        <p:spPr>
          <a:xfrm>
            <a:off x="1400200" y="3371525"/>
            <a:ext cx="2091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Data Processing</a:t>
            </a:r>
            <a:endParaRPr sz="1800">
              <a:latin typeface="Times New Roman"/>
              <a:ea typeface="Times New Roman"/>
              <a:cs typeface="Times New Roman"/>
              <a:sym typeface="Times New Roman"/>
            </a:endParaRPr>
          </a:p>
        </p:txBody>
      </p:sp>
      <p:sp>
        <p:nvSpPr>
          <p:cNvPr id="292" name="Google Shape;292;g207934fc90f_2_8"/>
          <p:cNvSpPr txBox="1"/>
          <p:nvPr/>
        </p:nvSpPr>
        <p:spPr>
          <a:xfrm>
            <a:off x="821475" y="3802625"/>
            <a:ext cx="4527300" cy="1145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The data would be cleansed and engineered to improve its quality, and Spark MLlib would be used to process the data and identify patterns and trends in stock availability and item placement.</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207934fc90f_3_0"/>
          <p:cNvSpPr txBox="1"/>
          <p:nvPr>
            <p:ph idx="2" type="title"/>
          </p:nvPr>
        </p:nvSpPr>
        <p:spPr>
          <a:xfrm>
            <a:off x="821475" y="1760950"/>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05</a:t>
            </a:r>
            <a:endParaRPr/>
          </a:p>
        </p:txBody>
      </p:sp>
      <p:sp>
        <p:nvSpPr>
          <p:cNvPr id="298" name="Google Shape;298;g207934fc90f_3_0"/>
          <p:cNvSpPr txBox="1"/>
          <p:nvPr>
            <p:ph idx="19" type="title"/>
          </p:nvPr>
        </p:nvSpPr>
        <p:spPr>
          <a:xfrm>
            <a:off x="821475" y="3317825"/>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06</a:t>
            </a:r>
            <a:endParaRPr/>
          </a:p>
        </p:txBody>
      </p:sp>
      <p:sp>
        <p:nvSpPr>
          <p:cNvPr id="299" name="Google Shape;299;g207934fc90f_3_0"/>
          <p:cNvSpPr txBox="1"/>
          <p:nvPr/>
        </p:nvSpPr>
        <p:spPr>
          <a:xfrm>
            <a:off x="395850" y="466750"/>
            <a:ext cx="838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Abhaya Libre"/>
                <a:ea typeface="Abhaya Libre"/>
                <a:cs typeface="Abhaya Libre"/>
                <a:sym typeface="Abhaya Libre"/>
              </a:rPr>
              <a:t>The architecture would involve the following steps :</a:t>
            </a:r>
            <a:endParaRPr b="1" sz="3000">
              <a:latin typeface="Abhaya Libre"/>
              <a:ea typeface="Abhaya Libre"/>
              <a:cs typeface="Abhaya Libre"/>
              <a:sym typeface="Abhaya Libre"/>
            </a:endParaRPr>
          </a:p>
        </p:txBody>
      </p:sp>
      <p:sp>
        <p:nvSpPr>
          <p:cNvPr id="300" name="Google Shape;300;g207934fc90f_3_0"/>
          <p:cNvSpPr txBox="1"/>
          <p:nvPr/>
        </p:nvSpPr>
        <p:spPr>
          <a:xfrm>
            <a:off x="1400200" y="1803250"/>
            <a:ext cx="2091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Real-time Streaming</a:t>
            </a:r>
            <a:endParaRPr sz="1600">
              <a:latin typeface="Times New Roman"/>
              <a:ea typeface="Times New Roman"/>
              <a:cs typeface="Times New Roman"/>
              <a:sym typeface="Times New Roman"/>
            </a:endParaRPr>
          </a:p>
        </p:txBody>
      </p:sp>
      <p:sp>
        <p:nvSpPr>
          <p:cNvPr id="301" name="Google Shape;301;g207934fc90f_3_0"/>
          <p:cNvSpPr txBox="1"/>
          <p:nvPr/>
        </p:nvSpPr>
        <p:spPr>
          <a:xfrm>
            <a:off x="821475" y="2245750"/>
            <a:ext cx="4527300" cy="8865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Times New Roman"/>
                <a:ea typeface="Times New Roman"/>
                <a:cs typeface="Times New Roman"/>
                <a:sym typeface="Times New Roman"/>
              </a:rPr>
              <a:t>Apache Kafka would be used to collect and store real-time data streams, and Apache Spark Streaming would be used to process the data in real-time.</a:t>
            </a:r>
            <a:endParaRPr>
              <a:latin typeface="Times New Roman"/>
              <a:ea typeface="Times New Roman"/>
              <a:cs typeface="Times New Roman"/>
              <a:sym typeface="Times New Roman"/>
            </a:endParaRPr>
          </a:p>
        </p:txBody>
      </p:sp>
      <p:sp>
        <p:nvSpPr>
          <p:cNvPr id="302" name="Google Shape;302;g207934fc90f_3_0"/>
          <p:cNvSpPr txBox="1"/>
          <p:nvPr/>
        </p:nvSpPr>
        <p:spPr>
          <a:xfrm>
            <a:off x="1400200" y="3371525"/>
            <a:ext cx="2091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Data Analysis</a:t>
            </a:r>
            <a:endParaRPr sz="1800">
              <a:latin typeface="Times New Roman"/>
              <a:ea typeface="Times New Roman"/>
              <a:cs typeface="Times New Roman"/>
              <a:sym typeface="Times New Roman"/>
            </a:endParaRPr>
          </a:p>
        </p:txBody>
      </p:sp>
      <p:sp>
        <p:nvSpPr>
          <p:cNvPr id="303" name="Google Shape;303;g207934fc90f_3_0"/>
          <p:cNvSpPr txBox="1"/>
          <p:nvPr/>
        </p:nvSpPr>
        <p:spPr>
          <a:xfrm>
            <a:off x="821475" y="3802625"/>
            <a:ext cx="4527300" cy="8865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Machine learning algorithms, data mining, and statistical analysis would be used to perform deeper analysis on the processed data to uncover hidden insights and trends.</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207934fc90f_3_10"/>
          <p:cNvSpPr txBox="1"/>
          <p:nvPr>
            <p:ph idx="2" type="title"/>
          </p:nvPr>
        </p:nvSpPr>
        <p:spPr>
          <a:xfrm>
            <a:off x="821475" y="1760950"/>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07</a:t>
            </a:r>
            <a:endParaRPr/>
          </a:p>
        </p:txBody>
      </p:sp>
      <p:sp>
        <p:nvSpPr>
          <p:cNvPr id="309" name="Google Shape;309;g207934fc90f_3_10"/>
          <p:cNvSpPr txBox="1"/>
          <p:nvPr>
            <p:ph idx="19" type="title"/>
          </p:nvPr>
        </p:nvSpPr>
        <p:spPr>
          <a:xfrm>
            <a:off x="821475" y="3317825"/>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08</a:t>
            </a:r>
            <a:endParaRPr/>
          </a:p>
        </p:txBody>
      </p:sp>
      <p:sp>
        <p:nvSpPr>
          <p:cNvPr id="310" name="Google Shape;310;g207934fc90f_3_10"/>
          <p:cNvSpPr txBox="1"/>
          <p:nvPr/>
        </p:nvSpPr>
        <p:spPr>
          <a:xfrm>
            <a:off x="395850" y="466750"/>
            <a:ext cx="838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Abhaya Libre"/>
                <a:ea typeface="Abhaya Libre"/>
                <a:cs typeface="Abhaya Libre"/>
                <a:sym typeface="Abhaya Libre"/>
              </a:rPr>
              <a:t>The architecture would involve the following steps :</a:t>
            </a:r>
            <a:endParaRPr b="1" sz="3000">
              <a:latin typeface="Abhaya Libre"/>
              <a:ea typeface="Abhaya Libre"/>
              <a:cs typeface="Abhaya Libre"/>
              <a:sym typeface="Abhaya Libre"/>
            </a:endParaRPr>
          </a:p>
        </p:txBody>
      </p:sp>
      <p:sp>
        <p:nvSpPr>
          <p:cNvPr id="311" name="Google Shape;311;g207934fc90f_3_10"/>
          <p:cNvSpPr txBox="1"/>
          <p:nvPr/>
        </p:nvSpPr>
        <p:spPr>
          <a:xfrm>
            <a:off x="1400200" y="1803250"/>
            <a:ext cx="26139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Alerts and Notifications</a:t>
            </a:r>
            <a:endParaRPr sz="1600">
              <a:latin typeface="Times New Roman"/>
              <a:ea typeface="Times New Roman"/>
              <a:cs typeface="Times New Roman"/>
              <a:sym typeface="Times New Roman"/>
            </a:endParaRPr>
          </a:p>
        </p:txBody>
      </p:sp>
      <p:sp>
        <p:nvSpPr>
          <p:cNvPr id="312" name="Google Shape;312;g207934fc90f_3_10"/>
          <p:cNvSpPr txBox="1"/>
          <p:nvPr/>
        </p:nvSpPr>
        <p:spPr>
          <a:xfrm>
            <a:off x="821475" y="2245750"/>
            <a:ext cx="4527300" cy="8865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Times New Roman"/>
                <a:ea typeface="Times New Roman"/>
                <a:cs typeface="Times New Roman"/>
                <a:sym typeface="Times New Roman"/>
              </a:rPr>
              <a:t>The system would send alerts and notifications to retail stores if items are running low or misplaced, using Apache Pulsar for real-time delivery.</a:t>
            </a:r>
            <a:endParaRPr>
              <a:latin typeface="Times New Roman"/>
              <a:ea typeface="Times New Roman"/>
              <a:cs typeface="Times New Roman"/>
              <a:sym typeface="Times New Roman"/>
            </a:endParaRPr>
          </a:p>
        </p:txBody>
      </p:sp>
      <p:sp>
        <p:nvSpPr>
          <p:cNvPr id="313" name="Google Shape;313;g207934fc90f_3_10"/>
          <p:cNvSpPr txBox="1"/>
          <p:nvPr/>
        </p:nvSpPr>
        <p:spPr>
          <a:xfrm>
            <a:off x="1400200" y="3371525"/>
            <a:ext cx="2091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Data Visualization</a:t>
            </a:r>
            <a:endParaRPr sz="1800">
              <a:latin typeface="Times New Roman"/>
              <a:ea typeface="Times New Roman"/>
              <a:cs typeface="Times New Roman"/>
              <a:sym typeface="Times New Roman"/>
            </a:endParaRPr>
          </a:p>
        </p:txBody>
      </p:sp>
      <p:sp>
        <p:nvSpPr>
          <p:cNvPr id="314" name="Google Shape;314;g207934fc90f_3_10"/>
          <p:cNvSpPr txBox="1"/>
          <p:nvPr/>
        </p:nvSpPr>
        <p:spPr>
          <a:xfrm>
            <a:off x="821475" y="3802625"/>
            <a:ext cx="4527300" cy="6279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Apache Superset would be used to visualize the processed data and provide insights into stock levels and item placement.</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207934fc90f_3_20"/>
          <p:cNvSpPr txBox="1"/>
          <p:nvPr>
            <p:ph idx="2" type="title"/>
          </p:nvPr>
        </p:nvSpPr>
        <p:spPr>
          <a:xfrm>
            <a:off x="821475" y="1760950"/>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09</a:t>
            </a:r>
            <a:endParaRPr/>
          </a:p>
        </p:txBody>
      </p:sp>
      <p:sp>
        <p:nvSpPr>
          <p:cNvPr id="320" name="Google Shape;320;g207934fc90f_3_20"/>
          <p:cNvSpPr txBox="1"/>
          <p:nvPr>
            <p:ph idx="19" type="title"/>
          </p:nvPr>
        </p:nvSpPr>
        <p:spPr>
          <a:xfrm>
            <a:off x="821475" y="3317825"/>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1</a:t>
            </a:r>
            <a:r>
              <a:rPr lang="en"/>
              <a:t>0</a:t>
            </a:r>
            <a:endParaRPr/>
          </a:p>
        </p:txBody>
      </p:sp>
      <p:sp>
        <p:nvSpPr>
          <p:cNvPr id="321" name="Google Shape;321;g207934fc90f_3_20"/>
          <p:cNvSpPr txBox="1"/>
          <p:nvPr/>
        </p:nvSpPr>
        <p:spPr>
          <a:xfrm>
            <a:off x="395850" y="466750"/>
            <a:ext cx="838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Abhaya Libre"/>
                <a:ea typeface="Abhaya Libre"/>
                <a:cs typeface="Abhaya Libre"/>
                <a:sym typeface="Abhaya Libre"/>
              </a:rPr>
              <a:t>The architecture would involve the following steps :</a:t>
            </a:r>
            <a:endParaRPr b="1" sz="3000">
              <a:latin typeface="Abhaya Libre"/>
              <a:ea typeface="Abhaya Libre"/>
              <a:cs typeface="Abhaya Libre"/>
              <a:sym typeface="Abhaya Libre"/>
            </a:endParaRPr>
          </a:p>
        </p:txBody>
      </p:sp>
      <p:sp>
        <p:nvSpPr>
          <p:cNvPr id="322" name="Google Shape;322;g207934fc90f_3_20"/>
          <p:cNvSpPr txBox="1"/>
          <p:nvPr/>
        </p:nvSpPr>
        <p:spPr>
          <a:xfrm>
            <a:off x="1400200" y="1803250"/>
            <a:ext cx="26139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Security and Privacy</a:t>
            </a:r>
            <a:endParaRPr sz="1600">
              <a:latin typeface="Times New Roman"/>
              <a:ea typeface="Times New Roman"/>
              <a:cs typeface="Times New Roman"/>
              <a:sym typeface="Times New Roman"/>
            </a:endParaRPr>
          </a:p>
        </p:txBody>
      </p:sp>
      <p:sp>
        <p:nvSpPr>
          <p:cNvPr id="323" name="Google Shape;323;g207934fc90f_3_20"/>
          <p:cNvSpPr txBox="1"/>
          <p:nvPr/>
        </p:nvSpPr>
        <p:spPr>
          <a:xfrm>
            <a:off x="821475" y="2245750"/>
            <a:ext cx="4723500" cy="6279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The system would implement security measures such as encryption, access controls, and data masking to protect the data.</a:t>
            </a:r>
            <a:endParaRPr>
              <a:latin typeface="Times New Roman"/>
              <a:ea typeface="Times New Roman"/>
              <a:cs typeface="Times New Roman"/>
              <a:sym typeface="Times New Roman"/>
            </a:endParaRPr>
          </a:p>
        </p:txBody>
      </p:sp>
      <p:sp>
        <p:nvSpPr>
          <p:cNvPr id="324" name="Google Shape;324;g207934fc90f_3_20"/>
          <p:cNvSpPr txBox="1"/>
          <p:nvPr/>
        </p:nvSpPr>
        <p:spPr>
          <a:xfrm>
            <a:off x="1400200" y="3371525"/>
            <a:ext cx="2091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Disaster Recovery</a:t>
            </a:r>
            <a:endParaRPr sz="1800">
              <a:latin typeface="Times New Roman"/>
              <a:ea typeface="Times New Roman"/>
              <a:cs typeface="Times New Roman"/>
              <a:sym typeface="Times New Roman"/>
            </a:endParaRPr>
          </a:p>
        </p:txBody>
      </p:sp>
      <p:sp>
        <p:nvSpPr>
          <p:cNvPr id="325" name="Google Shape;325;g207934fc90f_3_20"/>
          <p:cNvSpPr txBox="1"/>
          <p:nvPr/>
        </p:nvSpPr>
        <p:spPr>
          <a:xfrm>
            <a:off x="821475" y="3802625"/>
            <a:ext cx="4527300" cy="8865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A disaster recovery plan would be in place using HDFS replication factor 3 copies to minimize downtime and ensure business continuity.</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207934fc90f_3_30"/>
          <p:cNvSpPr txBox="1"/>
          <p:nvPr>
            <p:ph idx="2" type="title"/>
          </p:nvPr>
        </p:nvSpPr>
        <p:spPr>
          <a:xfrm>
            <a:off x="897675" y="1913350"/>
            <a:ext cx="5031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11</a:t>
            </a:r>
            <a:endParaRPr/>
          </a:p>
        </p:txBody>
      </p:sp>
      <p:sp>
        <p:nvSpPr>
          <p:cNvPr id="331" name="Google Shape;331;g207934fc90f_3_30"/>
          <p:cNvSpPr txBox="1"/>
          <p:nvPr/>
        </p:nvSpPr>
        <p:spPr>
          <a:xfrm>
            <a:off x="395850" y="466750"/>
            <a:ext cx="838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Abhaya Libre"/>
                <a:ea typeface="Abhaya Libre"/>
                <a:cs typeface="Abhaya Libre"/>
                <a:sym typeface="Abhaya Libre"/>
              </a:rPr>
              <a:t>The architecture would involve the following steps :</a:t>
            </a:r>
            <a:endParaRPr b="1" sz="3000">
              <a:latin typeface="Abhaya Libre"/>
              <a:ea typeface="Abhaya Libre"/>
              <a:cs typeface="Abhaya Libre"/>
              <a:sym typeface="Abhaya Libre"/>
            </a:endParaRPr>
          </a:p>
        </p:txBody>
      </p:sp>
      <p:sp>
        <p:nvSpPr>
          <p:cNvPr id="332" name="Google Shape;332;g207934fc90f_3_30"/>
          <p:cNvSpPr txBox="1"/>
          <p:nvPr/>
        </p:nvSpPr>
        <p:spPr>
          <a:xfrm>
            <a:off x="1476400" y="1955650"/>
            <a:ext cx="33138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Monitoring and Maintenance</a:t>
            </a:r>
            <a:endParaRPr sz="1600">
              <a:latin typeface="Times New Roman"/>
              <a:ea typeface="Times New Roman"/>
              <a:cs typeface="Times New Roman"/>
              <a:sym typeface="Times New Roman"/>
            </a:endParaRPr>
          </a:p>
        </p:txBody>
      </p:sp>
      <p:sp>
        <p:nvSpPr>
          <p:cNvPr id="333" name="Google Shape;333;g207934fc90f_3_30"/>
          <p:cNvSpPr txBox="1"/>
          <p:nvPr/>
        </p:nvSpPr>
        <p:spPr>
          <a:xfrm>
            <a:off x="897675" y="2398150"/>
            <a:ext cx="4723500" cy="8865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The system would be regularly monitored and maintained using Apache Ambari to keep it running smoothly and prevent issues from arising.</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2"/>
          <p:cNvSpPr txBox="1"/>
          <p:nvPr>
            <p:ph type="title"/>
          </p:nvPr>
        </p:nvSpPr>
        <p:spPr>
          <a:xfrm>
            <a:off x="2719200" y="374500"/>
            <a:ext cx="3577200" cy="53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2500"/>
              <a:buNone/>
            </a:pPr>
            <a:r>
              <a:rPr lang="en"/>
              <a:t>Data model</a:t>
            </a:r>
            <a:endParaRPr/>
          </a:p>
        </p:txBody>
      </p:sp>
      <p:sp>
        <p:nvSpPr>
          <p:cNvPr id="339" name="Google Shape;339;p12"/>
          <p:cNvSpPr txBox="1"/>
          <p:nvPr/>
        </p:nvSpPr>
        <p:spPr>
          <a:xfrm>
            <a:off x="774775" y="1764275"/>
            <a:ext cx="7925400" cy="11205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 sz="1600">
                <a:latin typeface="Times New Roman"/>
                <a:ea typeface="Times New Roman"/>
                <a:cs typeface="Times New Roman"/>
                <a:sym typeface="Times New Roman"/>
              </a:rPr>
              <a:t>The Shelf Management System is designed to provide a comprehensive view of products and shelves in retail stores and ensure they are fully stocked with the right products. To achieve this, the system uses two types of data models, structured and unstructured data.</a:t>
            </a:r>
            <a:endParaRPr sz="18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207934fc90f_3_55"/>
          <p:cNvSpPr txBox="1"/>
          <p:nvPr>
            <p:ph type="title"/>
          </p:nvPr>
        </p:nvSpPr>
        <p:spPr>
          <a:xfrm>
            <a:off x="2719200" y="374500"/>
            <a:ext cx="3577200" cy="53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2500"/>
              <a:buNone/>
            </a:pPr>
            <a:r>
              <a:rPr lang="en"/>
              <a:t>Data model</a:t>
            </a:r>
            <a:endParaRPr/>
          </a:p>
        </p:txBody>
      </p:sp>
      <p:sp>
        <p:nvSpPr>
          <p:cNvPr id="345" name="Google Shape;345;g207934fc90f_3_55"/>
          <p:cNvSpPr txBox="1"/>
          <p:nvPr/>
        </p:nvSpPr>
        <p:spPr>
          <a:xfrm>
            <a:off x="2072100" y="1697925"/>
            <a:ext cx="2586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Structured Data Storage</a:t>
            </a:r>
            <a:endParaRPr b="1" sz="1600">
              <a:latin typeface="Times New Roman"/>
              <a:ea typeface="Times New Roman"/>
              <a:cs typeface="Times New Roman"/>
              <a:sym typeface="Times New Roman"/>
            </a:endParaRPr>
          </a:p>
        </p:txBody>
      </p:sp>
      <p:sp>
        <p:nvSpPr>
          <p:cNvPr id="346" name="Google Shape;346;g207934fc90f_3_55"/>
          <p:cNvSpPr txBox="1"/>
          <p:nvPr/>
        </p:nvSpPr>
        <p:spPr>
          <a:xfrm>
            <a:off x="731375" y="2140425"/>
            <a:ext cx="6419100" cy="8865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The structured data, including product information, shelf information, and alerts generated by the system, would be stored in Apache Hive, a data warehousing and analytics platform. This data is stored in a structured manner to allow for efficient querying and analysis.</a:t>
            </a:r>
            <a:endParaRPr>
              <a:latin typeface="Times New Roman"/>
              <a:ea typeface="Times New Roman"/>
              <a:cs typeface="Times New Roman"/>
              <a:sym typeface="Times New Roman"/>
            </a:endParaRPr>
          </a:p>
        </p:txBody>
      </p:sp>
      <p:sp>
        <p:nvSpPr>
          <p:cNvPr id="347" name="Google Shape;347;g207934fc90f_3_55"/>
          <p:cNvSpPr txBox="1"/>
          <p:nvPr>
            <p:ph idx="2" type="title"/>
          </p:nvPr>
        </p:nvSpPr>
        <p:spPr>
          <a:xfrm>
            <a:off x="899400" y="1671075"/>
            <a:ext cx="10923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Step 1</a:t>
            </a:r>
            <a:endParaRPr sz="1900"/>
          </a:p>
        </p:txBody>
      </p:sp>
      <p:sp>
        <p:nvSpPr>
          <p:cNvPr id="348" name="Google Shape;348;g207934fc90f_3_55"/>
          <p:cNvSpPr txBox="1"/>
          <p:nvPr/>
        </p:nvSpPr>
        <p:spPr>
          <a:xfrm>
            <a:off x="2072100" y="3323775"/>
            <a:ext cx="2586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Unstructured Data Storage</a:t>
            </a:r>
            <a:endParaRPr b="1" sz="1600">
              <a:latin typeface="Times New Roman"/>
              <a:ea typeface="Times New Roman"/>
              <a:cs typeface="Times New Roman"/>
              <a:sym typeface="Times New Roman"/>
            </a:endParaRPr>
          </a:p>
        </p:txBody>
      </p:sp>
      <p:sp>
        <p:nvSpPr>
          <p:cNvPr id="349" name="Google Shape;349;g207934fc90f_3_55"/>
          <p:cNvSpPr txBox="1"/>
          <p:nvPr/>
        </p:nvSpPr>
        <p:spPr>
          <a:xfrm>
            <a:off x="731375" y="3766275"/>
            <a:ext cx="6419100" cy="8865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The unstructured data, such as real-time product quantity and location from IoT sensors, would be stored in Apache HBase, a distributed NoSQL database. HBase stores the real-time data from IoT sensors and provides real-time insights into stock levels and item placement</a:t>
            </a:r>
            <a:endParaRPr>
              <a:latin typeface="Times New Roman"/>
              <a:ea typeface="Times New Roman"/>
              <a:cs typeface="Times New Roman"/>
              <a:sym typeface="Times New Roman"/>
            </a:endParaRPr>
          </a:p>
        </p:txBody>
      </p:sp>
      <p:sp>
        <p:nvSpPr>
          <p:cNvPr id="350" name="Google Shape;350;g207934fc90f_3_55"/>
          <p:cNvSpPr txBox="1"/>
          <p:nvPr>
            <p:ph idx="2" type="title"/>
          </p:nvPr>
        </p:nvSpPr>
        <p:spPr>
          <a:xfrm>
            <a:off x="899400" y="3296925"/>
            <a:ext cx="10923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Step 2</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207934fc90f_3_68"/>
          <p:cNvSpPr txBox="1"/>
          <p:nvPr>
            <p:ph type="title"/>
          </p:nvPr>
        </p:nvSpPr>
        <p:spPr>
          <a:xfrm>
            <a:off x="2719200" y="374500"/>
            <a:ext cx="3577200" cy="53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2500"/>
              <a:buNone/>
            </a:pPr>
            <a:r>
              <a:rPr lang="en"/>
              <a:t>Data model</a:t>
            </a:r>
            <a:endParaRPr/>
          </a:p>
        </p:txBody>
      </p:sp>
      <p:sp>
        <p:nvSpPr>
          <p:cNvPr id="356" name="Google Shape;356;g207934fc90f_3_68"/>
          <p:cNvSpPr txBox="1"/>
          <p:nvPr/>
        </p:nvSpPr>
        <p:spPr>
          <a:xfrm>
            <a:off x="2072100" y="1697925"/>
            <a:ext cx="42243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Combining Structured and Unstructured Data</a:t>
            </a:r>
            <a:endParaRPr b="1" sz="1600">
              <a:latin typeface="Times New Roman"/>
              <a:ea typeface="Times New Roman"/>
              <a:cs typeface="Times New Roman"/>
              <a:sym typeface="Times New Roman"/>
            </a:endParaRPr>
          </a:p>
        </p:txBody>
      </p:sp>
      <p:sp>
        <p:nvSpPr>
          <p:cNvPr id="357" name="Google Shape;357;g207934fc90f_3_68"/>
          <p:cNvSpPr txBox="1"/>
          <p:nvPr/>
        </p:nvSpPr>
        <p:spPr>
          <a:xfrm>
            <a:off x="731375" y="2140425"/>
            <a:ext cx="6419100" cy="1145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The Shelf Management System uses both structured and unstructured data to provide a comprehensive view of the products and shelves. The key-value pairs (product ID, product_quantity_from_iot) and (product ID, product_location_from_iot) are used to track the stock availability and location of the products and to generate alerts if necessary.</a:t>
            </a:r>
            <a:endParaRPr>
              <a:latin typeface="Times New Roman"/>
              <a:ea typeface="Times New Roman"/>
              <a:cs typeface="Times New Roman"/>
              <a:sym typeface="Times New Roman"/>
            </a:endParaRPr>
          </a:p>
        </p:txBody>
      </p:sp>
      <p:sp>
        <p:nvSpPr>
          <p:cNvPr id="358" name="Google Shape;358;g207934fc90f_3_68"/>
          <p:cNvSpPr txBox="1"/>
          <p:nvPr>
            <p:ph idx="2" type="title"/>
          </p:nvPr>
        </p:nvSpPr>
        <p:spPr>
          <a:xfrm>
            <a:off x="899400" y="1671075"/>
            <a:ext cx="10923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Step 3</a:t>
            </a:r>
            <a:endParaRPr sz="1900"/>
          </a:p>
        </p:txBody>
      </p:sp>
      <p:sp>
        <p:nvSpPr>
          <p:cNvPr id="359" name="Google Shape;359;g207934fc90f_3_68"/>
          <p:cNvSpPr txBox="1"/>
          <p:nvPr/>
        </p:nvSpPr>
        <p:spPr>
          <a:xfrm>
            <a:off x="2072100" y="3323775"/>
            <a:ext cx="33048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Real-Time Insights and Alerts</a:t>
            </a:r>
            <a:endParaRPr b="1" sz="1600">
              <a:latin typeface="Times New Roman"/>
              <a:ea typeface="Times New Roman"/>
              <a:cs typeface="Times New Roman"/>
              <a:sym typeface="Times New Roman"/>
            </a:endParaRPr>
          </a:p>
        </p:txBody>
      </p:sp>
      <p:sp>
        <p:nvSpPr>
          <p:cNvPr id="360" name="Google Shape;360;g207934fc90f_3_68"/>
          <p:cNvSpPr txBox="1"/>
          <p:nvPr/>
        </p:nvSpPr>
        <p:spPr>
          <a:xfrm>
            <a:off x="731375" y="3766275"/>
            <a:ext cx="6419100" cy="11451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The combination of structured and unstructured data provides real-time insights into stock levels and item placement and ensures that the shelves are fully stocked with the right products. The Shelf Management System generates alerts for low stock levels or misplaced items using both structured and unstructured data.</a:t>
            </a:r>
            <a:endParaRPr>
              <a:latin typeface="Times New Roman"/>
              <a:ea typeface="Times New Roman"/>
              <a:cs typeface="Times New Roman"/>
              <a:sym typeface="Times New Roman"/>
            </a:endParaRPr>
          </a:p>
        </p:txBody>
      </p:sp>
      <p:sp>
        <p:nvSpPr>
          <p:cNvPr id="361" name="Google Shape;361;g207934fc90f_3_68"/>
          <p:cNvSpPr txBox="1"/>
          <p:nvPr>
            <p:ph idx="2" type="title"/>
          </p:nvPr>
        </p:nvSpPr>
        <p:spPr>
          <a:xfrm>
            <a:off x="899400" y="3296925"/>
            <a:ext cx="10923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Step 4</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207934fc90f_3_78"/>
          <p:cNvSpPr txBox="1"/>
          <p:nvPr>
            <p:ph type="title"/>
          </p:nvPr>
        </p:nvSpPr>
        <p:spPr>
          <a:xfrm>
            <a:off x="2719200" y="374500"/>
            <a:ext cx="3577200" cy="53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2500"/>
              <a:buNone/>
            </a:pPr>
            <a:r>
              <a:rPr lang="en"/>
              <a:t>Data model</a:t>
            </a:r>
            <a:endParaRPr/>
          </a:p>
        </p:txBody>
      </p:sp>
      <p:sp>
        <p:nvSpPr>
          <p:cNvPr id="367" name="Google Shape;367;g207934fc90f_3_78"/>
          <p:cNvSpPr txBox="1"/>
          <p:nvPr/>
        </p:nvSpPr>
        <p:spPr>
          <a:xfrm>
            <a:off x="2072100" y="1926525"/>
            <a:ext cx="42243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 sz="1600">
                <a:latin typeface="Times New Roman"/>
                <a:ea typeface="Times New Roman"/>
                <a:cs typeface="Times New Roman"/>
                <a:sym typeface="Times New Roman"/>
              </a:rPr>
              <a:t>Integration with Other Systems</a:t>
            </a:r>
            <a:endParaRPr b="1" sz="1600">
              <a:latin typeface="Times New Roman"/>
              <a:ea typeface="Times New Roman"/>
              <a:cs typeface="Times New Roman"/>
              <a:sym typeface="Times New Roman"/>
            </a:endParaRPr>
          </a:p>
        </p:txBody>
      </p:sp>
      <p:sp>
        <p:nvSpPr>
          <p:cNvPr id="368" name="Google Shape;368;g207934fc90f_3_78"/>
          <p:cNvSpPr txBox="1"/>
          <p:nvPr/>
        </p:nvSpPr>
        <p:spPr>
          <a:xfrm>
            <a:off x="731375" y="2369025"/>
            <a:ext cx="6419100" cy="627900"/>
          </a:xfrm>
          <a:prstGeom prst="rect">
            <a:avLst/>
          </a:prstGeom>
          <a:noFill/>
          <a:ln>
            <a:noFill/>
          </a:ln>
        </p:spPr>
        <p:txBody>
          <a:bodyPr anchorCtr="0" anchor="t" bIns="91425" lIns="91425" spcFirstLastPara="1" rIns="91425" wrap="square" tIns="91425">
            <a:spAutoFit/>
          </a:bodyPr>
          <a:lstStyle/>
          <a:p>
            <a:pPr indent="0" lvl="0" marL="457200" rtl="0" algn="l">
              <a:lnSpc>
                <a:spcPct val="140000"/>
              </a:lnSpc>
              <a:spcBef>
                <a:spcPts val="0"/>
              </a:spcBef>
              <a:spcAft>
                <a:spcPts val="0"/>
              </a:spcAft>
              <a:buNone/>
            </a:pPr>
            <a:r>
              <a:rPr lang="en" sz="1200">
                <a:latin typeface="Calibri"/>
                <a:ea typeface="Calibri"/>
                <a:cs typeface="Calibri"/>
                <a:sym typeface="Calibri"/>
              </a:rPr>
              <a:t>The Shelf Management System can also be linked to other systems, such as the Point of Sale (POS) system, for seamless integration and real-time updates on inventory and sales data.</a:t>
            </a:r>
            <a:endParaRPr>
              <a:latin typeface="Times New Roman"/>
              <a:ea typeface="Times New Roman"/>
              <a:cs typeface="Times New Roman"/>
              <a:sym typeface="Times New Roman"/>
            </a:endParaRPr>
          </a:p>
        </p:txBody>
      </p:sp>
      <p:sp>
        <p:nvSpPr>
          <p:cNvPr id="369" name="Google Shape;369;g207934fc90f_3_78"/>
          <p:cNvSpPr txBox="1"/>
          <p:nvPr>
            <p:ph idx="2" type="title"/>
          </p:nvPr>
        </p:nvSpPr>
        <p:spPr>
          <a:xfrm>
            <a:off x="899400" y="1899675"/>
            <a:ext cx="1092300" cy="484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sz="1900"/>
              <a:t>Step 5</a:t>
            </a:r>
            <a:endParaRPr sz="1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207934fc90f_3_88"/>
          <p:cNvSpPr txBox="1"/>
          <p:nvPr>
            <p:ph idx="4294967295"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473527"/>
              </a:buClr>
              <a:buSzPts val="1100"/>
              <a:buFont typeface="Arial"/>
              <a:buNone/>
            </a:pPr>
            <a:r>
              <a:rPr b="1" lang="en" sz="3000">
                <a:latin typeface="Montserrat"/>
                <a:ea typeface="Montserrat"/>
                <a:cs typeface="Montserrat"/>
                <a:sym typeface="Montserrat"/>
              </a:rPr>
              <a:t>References</a:t>
            </a:r>
            <a:endParaRPr/>
          </a:p>
        </p:txBody>
      </p:sp>
      <p:cxnSp>
        <p:nvCxnSpPr>
          <p:cNvPr id="375" name="Google Shape;375;g207934fc90f_3_88"/>
          <p:cNvCxnSpPr/>
          <p:nvPr/>
        </p:nvCxnSpPr>
        <p:spPr>
          <a:xfrm>
            <a:off x="846475" y="445025"/>
            <a:ext cx="346800" cy="0"/>
          </a:xfrm>
          <a:prstGeom prst="straightConnector1">
            <a:avLst/>
          </a:prstGeom>
          <a:noFill/>
          <a:ln cap="flat" cmpd="sng" w="28575">
            <a:solidFill>
              <a:schemeClr val="dk1"/>
            </a:solidFill>
            <a:prstDash val="solid"/>
            <a:round/>
            <a:headEnd len="sm" w="sm" type="none"/>
            <a:tailEnd len="sm" w="sm" type="none"/>
          </a:ln>
        </p:spPr>
      </p:cxnSp>
      <p:sp>
        <p:nvSpPr>
          <p:cNvPr id="376" name="Google Shape;376;g207934fc90f_3_88"/>
          <p:cNvSpPr/>
          <p:nvPr/>
        </p:nvSpPr>
        <p:spPr>
          <a:xfrm>
            <a:off x="8293962" y="314975"/>
            <a:ext cx="260100" cy="260100"/>
          </a:xfrm>
          <a:prstGeom prst="star8">
            <a:avLst>
              <a:gd fmla="val 2691" name="adj"/>
            </a:avLst>
          </a:prstGeom>
          <a:solidFill>
            <a:schemeClr val="dk1"/>
          </a:solidFill>
          <a:ln cap="flat" cmpd="sng" w="28575">
            <a:solidFill>
              <a:schemeClr val="dk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g207934fc90f_3_88"/>
          <p:cNvSpPr txBox="1"/>
          <p:nvPr/>
        </p:nvSpPr>
        <p:spPr>
          <a:xfrm>
            <a:off x="849475" y="1138850"/>
            <a:ext cx="78318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Abhaya Libre"/>
                <a:ea typeface="Abhaya Libre"/>
                <a:cs typeface="Abhaya Libre"/>
                <a:sym typeface="Abhaya Libre"/>
              </a:rPr>
              <a:t>[1]“How big data can improve inventory management,” The BigCommerce Blog, 10-May-2022. [Online]. Available: https://www.bigcommerce.com/blog/data-inventory-management/. [Accessed: 10-Feb-2023].</a:t>
            </a:r>
            <a:endParaRPr b="1" sz="1200">
              <a:latin typeface="Abhaya Libre"/>
              <a:ea typeface="Abhaya Libre"/>
              <a:cs typeface="Abhaya Libre"/>
              <a:sym typeface="Abhaya Libre"/>
            </a:endParaRPr>
          </a:p>
          <a:p>
            <a:pPr indent="0" lvl="0" marL="0" rtl="0" algn="l">
              <a:spcBef>
                <a:spcPts val="0"/>
              </a:spcBef>
              <a:spcAft>
                <a:spcPts val="0"/>
              </a:spcAft>
              <a:buNone/>
            </a:pPr>
            <a:r>
              <a:rPr b="1" lang="en" sz="1200">
                <a:latin typeface="Abhaya Libre"/>
                <a:ea typeface="Abhaya Libre"/>
                <a:cs typeface="Abhaya Libre"/>
                <a:sym typeface="Abhaya Libre"/>
              </a:rPr>
              <a:t>[2]P. Rupareliya, “How retailers are leveraging Big Data for marketing,” Medium, 17-Feb-2022. [Online]. Available: https://medium.com/intuz/how-retailers-are-leveraging-big-data-for-marketing-c0d1318207c1. [Accessed: 10-Feb-2023]. </a:t>
            </a:r>
            <a:endParaRPr b="1" sz="1200">
              <a:latin typeface="Abhaya Libre"/>
              <a:ea typeface="Abhaya Libre"/>
              <a:cs typeface="Abhaya Libre"/>
              <a:sym typeface="Abhaya Libre"/>
            </a:endParaRPr>
          </a:p>
          <a:p>
            <a:pPr indent="0" lvl="0" marL="0" rtl="0" algn="l">
              <a:spcBef>
                <a:spcPts val="0"/>
              </a:spcBef>
              <a:spcAft>
                <a:spcPts val="0"/>
              </a:spcAft>
              <a:buNone/>
            </a:pPr>
            <a:r>
              <a:rPr b="1" lang="en" sz="1200">
                <a:latin typeface="Abhaya Libre"/>
                <a:ea typeface="Abhaya Libre"/>
                <a:cs typeface="Abhaya Libre"/>
                <a:sym typeface="Abhaya Libre"/>
              </a:rPr>
              <a:t>[3]M. Lawson, “What is real-time inventory management and Why is it vital?,” Digital Transformation Solutions, 24-Dec-2020. [Online]. Available: https://www.columbusglobal.com/en-gb/blog/what-is-real-time-inventory-management-and-why-is-it-vital#:~:text=Real%2Dtime%20inventory%20management%20is,quickly%20to%20supply%20chain%20needs. [Accessed: 10-Feb-2023]. </a:t>
            </a:r>
            <a:endParaRPr b="1" sz="1200">
              <a:latin typeface="Abhaya Libre"/>
              <a:ea typeface="Abhaya Libre"/>
              <a:cs typeface="Abhaya Libre"/>
              <a:sym typeface="Abhaya Libre"/>
            </a:endParaRPr>
          </a:p>
          <a:p>
            <a:pPr indent="0" lvl="0" marL="0" rtl="0" algn="l">
              <a:spcBef>
                <a:spcPts val="0"/>
              </a:spcBef>
              <a:spcAft>
                <a:spcPts val="0"/>
              </a:spcAft>
              <a:buNone/>
            </a:pPr>
            <a:r>
              <a:rPr b="1" lang="en" sz="1200">
                <a:latin typeface="Abhaya Libre"/>
                <a:ea typeface="Abhaya Libre"/>
                <a:cs typeface="Abhaya Libre"/>
                <a:sym typeface="Abhaya Libre"/>
              </a:rPr>
              <a:t>[4] S. Srivastava, “How can data analytics help improve inventory optimization in retail?,” Appinventiv, 05-Sep-2022. [Online]. Available: https://appinventiv.com/blog/inventory-optimization-with-data-analytics/. [Accessed: 10-Feb-2023]. </a:t>
            </a:r>
            <a:endParaRPr b="1" sz="1200">
              <a:latin typeface="Abhaya Libre"/>
              <a:ea typeface="Abhaya Libre"/>
              <a:cs typeface="Abhaya Libre"/>
              <a:sym typeface="Abhaya Libre"/>
            </a:endParaRPr>
          </a:p>
          <a:p>
            <a:pPr indent="0" lvl="0" marL="0" rtl="0" algn="l">
              <a:spcBef>
                <a:spcPts val="0"/>
              </a:spcBef>
              <a:spcAft>
                <a:spcPts val="0"/>
              </a:spcAft>
              <a:buNone/>
            </a:pPr>
            <a:r>
              <a:rPr b="1" lang="en" sz="1200">
                <a:latin typeface="Abhaya Libre"/>
                <a:ea typeface="Abhaya Libre"/>
                <a:cs typeface="Abhaya Libre"/>
                <a:sym typeface="Abhaya Libre"/>
              </a:rPr>
              <a:t>[5]ligz08, “Learn-Bigdata-Udemy/hive notes.md at master · Ligz08/Learn-Bigdata-Udemy,” GitHub, 06-Aug-2018. [Online]. Available: https://github.com/ligz08/learn-bigdata-udemy/blob/master/Hive%20Notes.md. [Accessed: 10-Feb-2023]. </a:t>
            </a:r>
            <a:endParaRPr b="1" sz="1200">
              <a:latin typeface="Abhaya Libre"/>
              <a:ea typeface="Abhaya Libre"/>
              <a:cs typeface="Abhaya Libre"/>
              <a:sym typeface="Abhaya Libre"/>
            </a:endParaRPr>
          </a:p>
          <a:p>
            <a:pPr indent="0" lvl="0" marL="0" rtl="0" algn="l">
              <a:spcBef>
                <a:spcPts val="0"/>
              </a:spcBef>
              <a:spcAft>
                <a:spcPts val="0"/>
              </a:spcAft>
              <a:buNone/>
            </a:pPr>
            <a:r>
              <a:rPr b="1" lang="en" sz="1200">
                <a:latin typeface="Abhaya Libre"/>
                <a:ea typeface="Abhaya Libre"/>
                <a:cs typeface="Abhaya Libre"/>
                <a:sym typeface="Abhaya Libre"/>
              </a:rPr>
              <a:t>[6]V. R. says: “HBase architecture: HBase Data Model: Hbase read/write,” Edureka, 18-Nov-2022. [Online]. Available: https://www.edureka.co/blog/hbase-architecture/. [Accessed: 10-Feb-2023]. </a:t>
            </a:r>
            <a:endParaRPr b="1" sz="1200">
              <a:latin typeface="Abhaya Libre"/>
              <a:ea typeface="Abhaya Libre"/>
              <a:cs typeface="Abhaya Libre"/>
              <a:sym typeface="Abhaya Libre"/>
            </a:endParaRPr>
          </a:p>
          <a:p>
            <a:pPr indent="0" lvl="0" marL="0" rtl="0" algn="l">
              <a:spcBef>
                <a:spcPts val="0"/>
              </a:spcBef>
              <a:spcAft>
                <a:spcPts val="0"/>
              </a:spcAft>
              <a:buNone/>
            </a:pPr>
            <a:r>
              <a:rPr b="1" lang="en" sz="1200">
                <a:latin typeface="Abhaya Libre"/>
                <a:ea typeface="Abhaya Libre"/>
                <a:cs typeface="Abhaya Libre"/>
                <a:sym typeface="Abhaya Libre"/>
              </a:rPr>
              <a:t>[7]“Community providers” Community Providers - Faker 16.8.1 documentation. [Online]. Available: https://faker.readthedocs.io/en/master/communityproviders.html. [Accessed: 10-Feb-2023]. </a:t>
            </a:r>
            <a:endParaRPr b="1" sz="1200">
              <a:latin typeface="Abhaya Libre"/>
              <a:ea typeface="Abhaya Libre"/>
              <a:cs typeface="Abhaya Libre"/>
              <a:sym typeface="Abhaya Libre"/>
            </a:endParaRPr>
          </a:p>
          <a:p>
            <a:pPr indent="0" lvl="0" marL="0" rtl="0" algn="l">
              <a:spcBef>
                <a:spcPts val="0"/>
              </a:spcBef>
              <a:spcAft>
                <a:spcPts val="0"/>
              </a:spcAft>
              <a:buNone/>
            </a:pPr>
            <a:r>
              <a:t/>
            </a:r>
            <a:endParaRPr b="1" sz="1200">
              <a:latin typeface="Abhaya Libre"/>
              <a:ea typeface="Abhaya Libre"/>
              <a:cs typeface="Abhaya Libre"/>
              <a:sym typeface="Abhaya Libr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5"/>
          <p:cNvSpPr txBox="1"/>
          <p:nvPr/>
        </p:nvSpPr>
        <p:spPr>
          <a:xfrm>
            <a:off x="739225" y="1926225"/>
            <a:ext cx="3633900" cy="1631700"/>
          </a:xfrm>
          <a:prstGeom prst="rect">
            <a:avLst/>
          </a:prstGeom>
          <a:noFill/>
          <a:ln>
            <a:noFill/>
          </a:ln>
        </p:spPr>
        <p:txBody>
          <a:bodyPr anchorCtr="0" anchor="t" bIns="91425" lIns="91425" spcFirstLastPara="1" rIns="91425" wrap="square" tIns="91425">
            <a:spAutoFit/>
          </a:bodyPr>
          <a:lstStyle/>
          <a:p>
            <a:pPr indent="0" lvl="0" marL="0" marR="88900" rtl="0" algn="ctr">
              <a:spcBef>
                <a:spcPts val="0"/>
              </a:spcBef>
              <a:spcAft>
                <a:spcPts val="0"/>
              </a:spcAft>
              <a:buClr>
                <a:srgbClr val="000000"/>
              </a:buClr>
              <a:buSzPts val="1600"/>
              <a:buFont typeface="Arial"/>
              <a:buNone/>
            </a:pPr>
            <a:r>
              <a:t/>
            </a:r>
            <a:endParaRPr sz="1600">
              <a:latin typeface="Poppins SemiBold"/>
              <a:ea typeface="Poppins SemiBold"/>
              <a:cs typeface="Poppins SemiBold"/>
              <a:sym typeface="Poppins SemiBold"/>
            </a:endParaRPr>
          </a:p>
          <a:p>
            <a:pPr indent="0" lvl="0" marL="0" marR="88900" rtl="0" algn="ctr">
              <a:spcBef>
                <a:spcPts val="0"/>
              </a:spcBef>
              <a:spcAft>
                <a:spcPts val="0"/>
              </a:spcAft>
              <a:buClr>
                <a:srgbClr val="000000"/>
              </a:buClr>
              <a:buSzPts val="1600"/>
              <a:buFont typeface="Arial"/>
              <a:buNone/>
            </a:pPr>
            <a:r>
              <a:rPr lang="en" sz="1600">
                <a:latin typeface="Poppins SemiBold"/>
                <a:ea typeface="Poppins SemiBold"/>
                <a:cs typeface="Poppins SemiBold"/>
                <a:sym typeface="Poppins SemiBold"/>
              </a:rPr>
              <a:t>Monerah Almobarak - </a:t>
            </a:r>
            <a:r>
              <a:rPr lang="en" sz="1600">
                <a:latin typeface="Calibri"/>
                <a:ea typeface="Calibri"/>
                <a:cs typeface="Calibri"/>
                <a:sym typeface="Calibri"/>
              </a:rPr>
              <a:t>442002988</a:t>
            </a:r>
            <a:endParaRPr sz="1600">
              <a:latin typeface="Poppins SemiBold"/>
              <a:ea typeface="Poppins SemiBold"/>
              <a:cs typeface="Poppins SemiBold"/>
              <a:sym typeface="Poppins SemiBold"/>
            </a:endParaRPr>
          </a:p>
          <a:p>
            <a:pPr indent="0" lvl="0" marL="0" marR="88900" rtl="0" algn="ctr">
              <a:spcBef>
                <a:spcPts val="0"/>
              </a:spcBef>
              <a:spcAft>
                <a:spcPts val="0"/>
              </a:spcAft>
              <a:buClr>
                <a:srgbClr val="000000"/>
              </a:buClr>
              <a:buSzPts val="1600"/>
              <a:buFont typeface="Arial"/>
              <a:buNone/>
            </a:pPr>
            <a:r>
              <a:rPr lang="en" sz="1600">
                <a:latin typeface="Poppins SemiBold"/>
                <a:ea typeface="Poppins SemiBold"/>
                <a:cs typeface="Poppins SemiBold"/>
                <a:sym typeface="Poppins SemiBold"/>
              </a:rPr>
              <a:t>Nada Alotaibi - </a:t>
            </a:r>
            <a:r>
              <a:rPr lang="en" sz="1600">
                <a:latin typeface="Calibri"/>
                <a:ea typeface="Calibri"/>
                <a:cs typeface="Calibri"/>
                <a:sym typeface="Calibri"/>
              </a:rPr>
              <a:t>442003374</a:t>
            </a:r>
            <a:endParaRPr sz="1600">
              <a:latin typeface="Poppins SemiBold"/>
              <a:ea typeface="Poppins SemiBold"/>
              <a:cs typeface="Poppins SemiBold"/>
              <a:sym typeface="Poppins SemiBold"/>
            </a:endParaRPr>
          </a:p>
          <a:p>
            <a:pPr indent="0" lvl="0" marL="0" marR="88900" rtl="0" algn="ctr">
              <a:spcBef>
                <a:spcPts val="0"/>
              </a:spcBef>
              <a:spcAft>
                <a:spcPts val="0"/>
              </a:spcAft>
              <a:buClr>
                <a:srgbClr val="000000"/>
              </a:buClr>
              <a:buSzPts val="1600"/>
              <a:buFont typeface="Arial"/>
              <a:buNone/>
            </a:pPr>
            <a:r>
              <a:rPr lang="en" sz="1600">
                <a:latin typeface="Poppins SemiBold"/>
                <a:ea typeface="Poppins SemiBold"/>
                <a:cs typeface="Poppins SemiBold"/>
                <a:sym typeface="Poppins SemiBold"/>
              </a:rPr>
              <a:t>Sarah Aljuhani - </a:t>
            </a:r>
            <a:r>
              <a:rPr lang="en" sz="1600">
                <a:latin typeface="Calibri"/>
                <a:ea typeface="Calibri"/>
                <a:cs typeface="Calibri"/>
                <a:sym typeface="Calibri"/>
              </a:rPr>
              <a:t>442000786</a:t>
            </a:r>
            <a:endParaRPr sz="1600">
              <a:latin typeface="Poppins SemiBold"/>
              <a:ea typeface="Poppins SemiBold"/>
              <a:cs typeface="Poppins SemiBold"/>
              <a:sym typeface="Poppins SemiBold"/>
            </a:endParaRPr>
          </a:p>
          <a:p>
            <a:pPr indent="0" lvl="0" marL="0" marR="88900" rtl="0" algn="ctr">
              <a:spcBef>
                <a:spcPts val="0"/>
              </a:spcBef>
              <a:spcAft>
                <a:spcPts val="0"/>
              </a:spcAft>
              <a:buClr>
                <a:srgbClr val="000000"/>
              </a:buClr>
              <a:buSzPts val="1600"/>
              <a:buFont typeface="Arial"/>
              <a:buNone/>
            </a:pPr>
            <a:r>
              <a:rPr lang="en" sz="1600">
                <a:latin typeface="Poppins SemiBold"/>
                <a:ea typeface="Poppins SemiBold"/>
                <a:cs typeface="Poppins SemiBold"/>
                <a:sym typeface="Poppins SemiBold"/>
              </a:rPr>
              <a:t>Sarah Altaweel -</a:t>
            </a:r>
            <a:r>
              <a:rPr lang="en" sz="1600">
                <a:latin typeface="Calibri"/>
                <a:ea typeface="Calibri"/>
                <a:cs typeface="Calibri"/>
                <a:sym typeface="Calibri"/>
              </a:rPr>
              <a:t>442005104</a:t>
            </a:r>
            <a:endParaRPr sz="1600">
              <a:latin typeface="Poppins SemiBold"/>
              <a:ea typeface="Poppins SemiBold"/>
              <a:cs typeface="Poppins SemiBold"/>
              <a:sym typeface="Poppins SemiBold"/>
            </a:endParaRPr>
          </a:p>
          <a:p>
            <a:pPr indent="0" lvl="0" marL="0" rtl="0" algn="l">
              <a:spcBef>
                <a:spcPts val="0"/>
              </a:spcBef>
              <a:spcAft>
                <a:spcPts val="0"/>
              </a:spcAft>
              <a:buNone/>
            </a:pPr>
            <a:r>
              <a:t/>
            </a:r>
            <a:endParaRPr>
              <a:latin typeface="Abhaya Libre Medium"/>
              <a:ea typeface="Abhaya Libre Medium"/>
              <a:cs typeface="Abhaya Libre Medium"/>
              <a:sym typeface="Abhaya Libre Medium"/>
            </a:endParaRPr>
          </a:p>
        </p:txBody>
      </p:sp>
      <p:sp>
        <p:nvSpPr>
          <p:cNvPr id="383" name="Google Shape;383;p35"/>
          <p:cNvSpPr txBox="1"/>
          <p:nvPr/>
        </p:nvSpPr>
        <p:spPr>
          <a:xfrm>
            <a:off x="2755050" y="519275"/>
            <a:ext cx="36339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4500">
                <a:solidFill>
                  <a:schemeClr val="dk2"/>
                </a:solidFill>
                <a:latin typeface="Montserrat"/>
                <a:ea typeface="Montserrat"/>
                <a:cs typeface="Montserrat"/>
                <a:sym typeface="Montserrat"/>
              </a:rPr>
              <a:t>Thank You</a:t>
            </a:r>
            <a:endParaRPr b="1" sz="4500">
              <a:solidFill>
                <a:schemeClr val="dk2"/>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oes and Accessories Store Business Plan by Slidesgo">
  <a:themeElements>
    <a:clrScheme name="Simple Light">
      <a:dk1>
        <a:srgbClr val="FDFDFD"/>
      </a:dk1>
      <a:lt1>
        <a:srgbClr val="E2DAD4"/>
      </a:lt1>
      <a:dk2>
        <a:srgbClr val="040202"/>
      </a:dk2>
      <a:lt2>
        <a:srgbClr val="A09C9A"/>
      </a:lt2>
      <a:accent1>
        <a:srgbClr val="FFFFFF"/>
      </a:accent1>
      <a:accent2>
        <a:srgbClr val="FFFFFF"/>
      </a:accent2>
      <a:accent3>
        <a:srgbClr val="FFFFFF"/>
      </a:accent3>
      <a:accent4>
        <a:srgbClr val="FFFFFF"/>
      </a:accent4>
      <a:accent5>
        <a:srgbClr val="FFFFFF"/>
      </a:accent5>
      <a:accent6>
        <a:srgbClr val="FFFFFF"/>
      </a:accent6>
      <a:hlink>
        <a:srgbClr val="04020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